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-710" y="-3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F7B5F-F44E-4437-8B36-7A5E70A4B9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F67EDF-C17E-4A44-8B5A-E44D90D9AB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B8D22C-9400-4134-81F2-65C8DB4E2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7D424-C290-4159-A52A-9A6587258563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2D551-51D3-4BE2-884F-80E037523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D06733-7A43-4B73-8595-D453F66CE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081CB-51D2-4720-A8AD-EDDEC2307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411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14BDB-406A-49E3-AF71-244334231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80B62-AFB3-42C5-9383-5719CCEAA1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15B7D9-E365-41A8-8F07-286357773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7D424-C290-4159-A52A-9A6587258563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6AEC3D-B66A-4B73-BD73-9CA3FEBA6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F401AA-0CC7-41FA-A7BA-4B53DD7BD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081CB-51D2-4720-A8AD-EDDEC2307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828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F3533-C7C5-490A-907D-8EFF92136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4F452E-C9D3-43CB-83C5-8133FE1D7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1779FE-93BE-424B-BC5B-B7B462874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7D424-C290-4159-A52A-9A6587258563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9E3128-C4BC-4671-838F-169695AE5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55EB1F-6158-460C-BC2B-322934D5D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081CB-51D2-4720-A8AD-EDDEC2307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564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05976-8F92-48BA-8074-C426937C6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FDF01-1039-47D1-89FF-4A0FFBF826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372A39-6111-43A7-8808-7166A5AEEA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137447-7EBF-4485-9164-26A8977E2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7D424-C290-4159-A52A-9A6587258563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3D7559-D44D-461C-8543-B7B348F34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1A3417-CAA6-4F3F-AD8C-04A228598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081CB-51D2-4720-A8AD-EDDEC2307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861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B1DFB-F0BC-4774-B1A4-665CFE477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440358-FE2D-443F-97A0-59FF2452A1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5ED4FB-139B-478F-94F6-393431BE13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7B32D2-4E3C-4184-9829-274B9660AC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1D463B-2A84-4CD6-8576-499B457C50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CF7BC9-D01B-445B-9178-1F8691CA0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7D424-C290-4159-A52A-9A6587258563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9C1133-759E-4ECD-B5D9-54B20909B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A62F18-6662-47D1-8ED3-374D24314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081CB-51D2-4720-A8AD-EDDEC2307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273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3AF46-B05C-45C9-A216-A34E3FED4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0B7809-D11B-4D1B-84E0-CAB7AEDFA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7D424-C290-4159-A52A-9A6587258563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3900D8-A51E-4714-8ADD-21D06A7DB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EDBA3D-1729-4F78-9B3D-F5FFCCD56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081CB-51D2-4720-A8AD-EDDEC2307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523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61F2F1-FE72-4162-AEF5-3C8411BCB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7D424-C290-4159-A52A-9A6587258563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D8A3C4-FDBA-491A-BCAF-BB6C93112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521E2-E47D-4D9A-9FA2-7822C142C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081CB-51D2-4720-A8AD-EDDEC2307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053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CFAC1-444E-4DCC-8345-56FE4D134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16602-749C-490E-9DED-C151F82964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65758D-912D-4975-873D-7567387C61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126FDA-D013-4BE8-959C-8B21E2932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7D424-C290-4159-A52A-9A6587258563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5413C8-F42D-4E18-A3A1-A6F3E3707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795220-7CF5-469A-8361-E520AB538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081CB-51D2-4720-A8AD-EDDEC2307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548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A44FC-DC99-4AD9-B3B9-179BE4B39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4A5E78-39CE-4173-B245-BB2D7D8561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6165C1-5EE8-4619-AE68-C2A7F4F1CB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E93E7E-6D0E-4529-9BE2-80C177C92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7D424-C290-4159-A52A-9A6587258563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585610-827D-4E9D-9B96-374E6490C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387F8B-ABCB-47C4-A028-0AB78C2F6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081CB-51D2-4720-A8AD-EDDEC2307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129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A376C-BABC-4FD9-AB10-75052099E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78D566-5B6D-4563-ABE5-13DC179E6C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7E337E-D9CE-4E60-A0A3-23BAC24B9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7D424-C290-4159-A52A-9A6587258563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2D428-FF65-40D0-BEE9-0379C352F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EBB4DA-2D37-4748-902B-050FF2436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081CB-51D2-4720-A8AD-EDDEC2307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400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F1034C-84F3-4EC7-B88B-4EFC2F1F03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51B69C-6FCB-4C38-BFFB-0A47A5CDE2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B99D5-49FD-453E-8F3C-13868D11F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7D424-C290-4159-A52A-9A6587258563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BB5978-AAE4-435B-9CC0-9A76A4ED4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5FF91D-BFBB-4C60-B52F-03FC73930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081CB-51D2-4720-A8AD-EDDEC2307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071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8E9DE-C258-4B84-8E09-442723926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4E7DC6-A9C6-4EBF-9690-D07BF4C8D9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108573-652A-40D5-B14D-4EF554E20D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17D424-C290-4159-A52A-9A6587258563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ED7AAE-C0DF-474B-AE6F-C02CB5AA37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06FD0-ECD0-43CC-A543-8097EC64C0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8081CB-51D2-4720-A8AD-EDDEC2307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051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690B1B3-79D6-44DC-BEC6-8278902F6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565" y="662700"/>
            <a:ext cx="7254869" cy="5532599"/>
          </a:xfrm>
          <a:prstGeom prst="rect">
            <a:avLst/>
          </a:prstGeom>
        </p:spPr>
      </p:pic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22F83F4-6C38-4722-B133-2C143439BA26}"/>
              </a:ext>
            </a:extLst>
          </p:cNvPr>
          <p:cNvCxnSpPr>
            <a:cxnSpLocks/>
          </p:cNvCxnSpPr>
          <p:nvPr/>
        </p:nvCxnSpPr>
        <p:spPr>
          <a:xfrm flipV="1">
            <a:off x="4434840" y="3378200"/>
            <a:ext cx="2755666" cy="161544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969644C-6309-4875-A557-F4952292CFCA}"/>
              </a:ext>
            </a:extLst>
          </p:cNvPr>
          <p:cNvCxnSpPr>
            <a:cxnSpLocks/>
            <a:endCxn id="23" idx="0"/>
          </p:cNvCxnSpPr>
          <p:nvPr/>
        </p:nvCxnSpPr>
        <p:spPr>
          <a:xfrm flipV="1">
            <a:off x="6186115" y="1837406"/>
            <a:ext cx="156487" cy="3154637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A0FE46F-166A-4981-A269-B2060EB8F624}"/>
              </a:ext>
            </a:extLst>
          </p:cNvPr>
          <p:cNvCxnSpPr>
            <a:cxnSpLocks/>
          </p:cNvCxnSpPr>
          <p:nvPr/>
        </p:nvCxnSpPr>
        <p:spPr>
          <a:xfrm flipH="1" flipV="1">
            <a:off x="5358173" y="3414724"/>
            <a:ext cx="2744428" cy="1616928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7832B57-EB8A-4E3A-808B-25C04A1DC287}"/>
              </a:ext>
            </a:extLst>
          </p:cNvPr>
          <p:cNvCxnSpPr>
            <a:cxnSpLocks/>
          </p:cNvCxnSpPr>
          <p:nvPr/>
        </p:nvCxnSpPr>
        <p:spPr>
          <a:xfrm>
            <a:off x="4384040" y="5013960"/>
            <a:ext cx="3718560" cy="0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3FCE40A5-4E40-4570-980B-7CCB2BDA0E99}"/>
              </a:ext>
            </a:extLst>
          </p:cNvPr>
          <p:cNvSpPr/>
          <p:nvPr/>
        </p:nvSpPr>
        <p:spPr>
          <a:xfrm>
            <a:off x="4137660" y="5417185"/>
            <a:ext cx="4274820" cy="147955"/>
          </a:xfrm>
          <a:custGeom>
            <a:avLst/>
            <a:gdLst>
              <a:gd name="connsiteX0" fmla="*/ 0 w 4282440"/>
              <a:gd name="connsiteY0" fmla="*/ 147320 h 157480"/>
              <a:gd name="connsiteX1" fmla="*/ 66040 w 4282440"/>
              <a:gd name="connsiteY1" fmla="*/ 0 h 157480"/>
              <a:gd name="connsiteX2" fmla="*/ 4206240 w 4282440"/>
              <a:gd name="connsiteY2" fmla="*/ 10160 h 157480"/>
              <a:gd name="connsiteX3" fmla="*/ 4282440 w 4282440"/>
              <a:gd name="connsiteY3" fmla="*/ 157480 h 157480"/>
              <a:gd name="connsiteX4" fmla="*/ 0 w 4282440"/>
              <a:gd name="connsiteY4" fmla="*/ 147320 h 157480"/>
              <a:gd name="connsiteX0" fmla="*/ 0 w 4282440"/>
              <a:gd name="connsiteY0" fmla="*/ 137160 h 147320"/>
              <a:gd name="connsiteX1" fmla="*/ 43180 w 4282440"/>
              <a:gd name="connsiteY1" fmla="*/ 6985 h 147320"/>
              <a:gd name="connsiteX2" fmla="*/ 4206240 w 4282440"/>
              <a:gd name="connsiteY2" fmla="*/ 0 h 147320"/>
              <a:gd name="connsiteX3" fmla="*/ 4282440 w 4282440"/>
              <a:gd name="connsiteY3" fmla="*/ 147320 h 147320"/>
              <a:gd name="connsiteX4" fmla="*/ 0 w 4282440"/>
              <a:gd name="connsiteY4" fmla="*/ 137160 h 147320"/>
              <a:gd name="connsiteX0" fmla="*/ 0 w 4282440"/>
              <a:gd name="connsiteY0" fmla="*/ 137160 h 147320"/>
              <a:gd name="connsiteX1" fmla="*/ 48895 w 4282440"/>
              <a:gd name="connsiteY1" fmla="*/ 22225 h 147320"/>
              <a:gd name="connsiteX2" fmla="*/ 4206240 w 4282440"/>
              <a:gd name="connsiteY2" fmla="*/ 0 h 147320"/>
              <a:gd name="connsiteX3" fmla="*/ 4282440 w 4282440"/>
              <a:gd name="connsiteY3" fmla="*/ 147320 h 147320"/>
              <a:gd name="connsiteX4" fmla="*/ 0 w 4282440"/>
              <a:gd name="connsiteY4" fmla="*/ 137160 h 147320"/>
              <a:gd name="connsiteX0" fmla="*/ 0 w 4282440"/>
              <a:gd name="connsiteY0" fmla="*/ 137160 h 147320"/>
              <a:gd name="connsiteX1" fmla="*/ 69850 w 4282440"/>
              <a:gd name="connsiteY1" fmla="*/ 6985 h 147320"/>
              <a:gd name="connsiteX2" fmla="*/ 4206240 w 4282440"/>
              <a:gd name="connsiteY2" fmla="*/ 0 h 147320"/>
              <a:gd name="connsiteX3" fmla="*/ 4282440 w 4282440"/>
              <a:gd name="connsiteY3" fmla="*/ 147320 h 147320"/>
              <a:gd name="connsiteX4" fmla="*/ 0 w 4282440"/>
              <a:gd name="connsiteY4" fmla="*/ 137160 h 147320"/>
              <a:gd name="connsiteX0" fmla="*/ 0 w 4274820"/>
              <a:gd name="connsiteY0" fmla="*/ 133350 h 147320"/>
              <a:gd name="connsiteX1" fmla="*/ 62230 w 4274820"/>
              <a:gd name="connsiteY1" fmla="*/ 6985 h 147320"/>
              <a:gd name="connsiteX2" fmla="*/ 4198620 w 4274820"/>
              <a:gd name="connsiteY2" fmla="*/ 0 h 147320"/>
              <a:gd name="connsiteX3" fmla="*/ 4274820 w 4274820"/>
              <a:gd name="connsiteY3" fmla="*/ 147320 h 147320"/>
              <a:gd name="connsiteX4" fmla="*/ 0 w 4274820"/>
              <a:gd name="connsiteY4" fmla="*/ 133350 h 147320"/>
              <a:gd name="connsiteX0" fmla="*/ 0 w 4274820"/>
              <a:gd name="connsiteY0" fmla="*/ 133350 h 147320"/>
              <a:gd name="connsiteX1" fmla="*/ 62230 w 4274820"/>
              <a:gd name="connsiteY1" fmla="*/ 6985 h 147320"/>
              <a:gd name="connsiteX2" fmla="*/ 4198620 w 4274820"/>
              <a:gd name="connsiteY2" fmla="*/ 0 h 147320"/>
              <a:gd name="connsiteX3" fmla="*/ 4274820 w 4274820"/>
              <a:gd name="connsiteY3" fmla="*/ 147320 h 147320"/>
              <a:gd name="connsiteX4" fmla="*/ 0 w 4274820"/>
              <a:gd name="connsiteY4" fmla="*/ 133350 h 147320"/>
              <a:gd name="connsiteX0" fmla="*/ 0 w 4274820"/>
              <a:gd name="connsiteY0" fmla="*/ 126365 h 140335"/>
              <a:gd name="connsiteX1" fmla="*/ 62230 w 4274820"/>
              <a:gd name="connsiteY1" fmla="*/ 0 h 140335"/>
              <a:gd name="connsiteX2" fmla="*/ 4217670 w 4274820"/>
              <a:gd name="connsiteY2" fmla="*/ 4445 h 140335"/>
              <a:gd name="connsiteX3" fmla="*/ 4274820 w 4274820"/>
              <a:gd name="connsiteY3" fmla="*/ 140335 h 140335"/>
              <a:gd name="connsiteX4" fmla="*/ 0 w 4274820"/>
              <a:gd name="connsiteY4" fmla="*/ 126365 h 140335"/>
              <a:gd name="connsiteX0" fmla="*/ 0 w 4274820"/>
              <a:gd name="connsiteY0" fmla="*/ 126365 h 147955"/>
              <a:gd name="connsiteX1" fmla="*/ 62230 w 4274820"/>
              <a:gd name="connsiteY1" fmla="*/ 0 h 147955"/>
              <a:gd name="connsiteX2" fmla="*/ 4217670 w 4274820"/>
              <a:gd name="connsiteY2" fmla="*/ 4445 h 147955"/>
              <a:gd name="connsiteX3" fmla="*/ 4274820 w 4274820"/>
              <a:gd name="connsiteY3" fmla="*/ 147955 h 147955"/>
              <a:gd name="connsiteX4" fmla="*/ 0 w 4274820"/>
              <a:gd name="connsiteY4" fmla="*/ 126365 h 147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74820" h="147955">
                <a:moveTo>
                  <a:pt x="0" y="126365"/>
                </a:moveTo>
                <a:lnTo>
                  <a:pt x="62230" y="0"/>
                </a:lnTo>
                <a:lnTo>
                  <a:pt x="4217670" y="4445"/>
                </a:lnTo>
                <a:lnTo>
                  <a:pt x="4274820" y="147955"/>
                </a:lnTo>
                <a:lnTo>
                  <a:pt x="0" y="126365"/>
                </a:lnTo>
                <a:close/>
              </a:path>
            </a:pathLst>
          </a:cu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833C929D-6B45-4256-98EE-8F9E2E216F6B}"/>
              </a:ext>
            </a:extLst>
          </p:cNvPr>
          <p:cNvSpPr/>
          <p:nvPr/>
        </p:nvSpPr>
        <p:spPr>
          <a:xfrm>
            <a:off x="6620255" y="1272540"/>
            <a:ext cx="2150364" cy="3987082"/>
          </a:xfrm>
          <a:custGeom>
            <a:avLst/>
            <a:gdLst>
              <a:gd name="connsiteX0" fmla="*/ 0 w 2188464"/>
              <a:gd name="connsiteY0" fmla="*/ 164592 h 4035552"/>
              <a:gd name="connsiteX1" fmla="*/ 2084832 w 2188464"/>
              <a:gd name="connsiteY1" fmla="*/ 4035552 h 4035552"/>
              <a:gd name="connsiteX2" fmla="*/ 2188464 w 2188464"/>
              <a:gd name="connsiteY2" fmla="*/ 3901440 h 4035552"/>
              <a:gd name="connsiteX3" fmla="*/ 2011680 w 2188464"/>
              <a:gd name="connsiteY3" fmla="*/ 3505200 h 4035552"/>
              <a:gd name="connsiteX4" fmla="*/ 60960 w 2188464"/>
              <a:gd name="connsiteY4" fmla="*/ 0 h 4035552"/>
              <a:gd name="connsiteX5" fmla="*/ 0 w 2188464"/>
              <a:gd name="connsiteY5" fmla="*/ 164592 h 4035552"/>
              <a:gd name="connsiteX0" fmla="*/ 0 w 2188464"/>
              <a:gd name="connsiteY0" fmla="*/ 152400 h 4023360"/>
              <a:gd name="connsiteX1" fmla="*/ 2084832 w 2188464"/>
              <a:gd name="connsiteY1" fmla="*/ 4023360 h 4023360"/>
              <a:gd name="connsiteX2" fmla="*/ 2188464 w 2188464"/>
              <a:gd name="connsiteY2" fmla="*/ 3889248 h 4023360"/>
              <a:gd name="connsiteX3" fmla="*/ 2011680 w 2188464"/>
              <a:gd name="connsiteY3" fmla="*/ 3493008 h 4023360"/>
              <a:gd name="connsiteX4" fmla="*/ 48768 w 2188464"/>
              <a:gd name="connsiteY4" fmla="*/ 0 h 4023360"/>
              <a:gd name="connsiteX5" fmla="*/ 0 w 2188464"/>
              <a:gd name="connsiteY5" fmla="*/ 152400 h 4023360"/>
              <a:gd name="connsiteX0" fmla="*/ 0 w 2188464"/>
              <a:gd name="connsiteY0" fmla="*/ 152400 h 4023360"/>
              <a:gd name="connsiteX1" fmla="*/ 2084832 w 2188464"/>
              <a:gd name="connsiteY1" fmla="*/ 4023360 h 4023360"/>
              <a:gd name="connsiteX2" fmla="*/ 2188464 w 2188464"/>
              <a:gd name="connsiteY2" fmla="*/ 3889248 h 4023360"/>
              <a:gd name="connsiteX3" fmla="*/ 2011680 w 2188464"/>
              <a:gd name="connsiteY3" fmla="*/ 3493008 h 4023360"/>
              <a:gd name="connsiteX4" fmla="*/ 48768 w 2188464"/>
              <a:gd name="connsiteY4" fmla="*/ 0 h 4023360"/>
              <a:gd name="connsiteX5" fmla="*/ 0 w 2188464"/>
              <a:gd name="connsiteY5" fmla="*/ 152400 h 4023360"/>
              <a:gd name="connsiteX0" fmla="*/ 0 w 2188464"/>
              <a:gd name="connsiteY0" fmla="*/ 152400 h 4023360"/>
              <a:gd name="connsiteX1" fmla="*/ 2084832 w 2188464"/>
              <a:gd name="connsiteY1" fmla="*/ 4023360 h 4023360"/>
              <a:gd name="connsiteX2" fmla="*/ 2188464 w 2188464"/>
              <a:gd name="connsiteY2" fmla="*/ 3889248 h 4023360"/>
              <a:gd name="connsiteX3" fmla="*/ 1987296 w 2188464"/>
              <a:gd name="connsiteY3" fmla="*/ 3511296 h 4023360"/>
              <a:gd name="connsiteX4" fmla="*/ 48768 w 2188464"/>
              <a:gd name="connsiteY4" fmla="*/ 0 h 4023360"/>
              <a:gd name="connsiteX5" fmla="*/ 0 w 2188464"/>
              <a:gd name="connsiteY5" fmla="*/ 152400 h 4023360"/>
              <a:gd name="connsiteX0" fmla="*/ 0 w 2150364"/>
              <a:gd name="connsiteY0" fmla="*/ 152400 h 4023360"/>
              <a:gd name="connsiteX1" fmla="*/ 2084832 w 2150364"/>
              <a:gd name="connsiteY1" fmla="*/ 4023360 h 4023360"/>
              <a:gd name="connsiteX2" fmla="*/ 2150364 w 2150364"/>
              <a:gd name="connsiteY2" fmla="*/ 3886708 h 4023360"/>
              <a:gd name="connsiteX3" fmla="*/ 1987296 w 2150364"/>
              <a:gd name="connsiteY3" fmla="*/ 3511296 h 4023360"/>
              <a:gd name="connsiteX4" fmla="*/ 48768 w 2150364"/>
              <a:gd name="connsiteY4" fmla="*/ 0 h 4023360"/>
              <a:gd name="connsiteX5" fmla="*/ 0 w 2150364"/>
              <a:gd name="connsiteY5" fmla="*/ 152400 h 4023360"/>
              <a:gd name="connsiteX0" fmla="*/ 0 w 2150364"/>
              <a:gd name="connsiteY0" fmla="*/ 152400 h 4023360"/>
              <a:gd name="connsiteX1" fmla="*/ 2084832 w 2150364"/>
              <a:gd name="connsiteY1" fmla="*/ 4023360 h 4023360"/>
              <a:gd name="connsiteX2" fmla="*/ 2150364 w 2150364"/>
              <a:gd name="connsiteY2" fmla="*/ 3886708 h 4023360"/>
              <a:gd name="connsiteX3" fmla="*/ 1987296 w 2150364"/>
              <a:gd name="connsiteY3" fmla="*/ 3511296 h 4023360"/>
              <a:gd name="connsiteX4" fmla="*/ 48768 w 2150364"/>
              <a:gd name="connsiteY4" fmla="*/ 0 h 4023360"/>
              <a:gd name="connsiteX5" fmla="*/ 0 w 2150364"/>
              <a:gd name="connsiteY5" fmla="*/ 152400 h 4023360"/>
              <a:gd name="connsiteX0" fmla="*/ 0 w 2150364"/>
              <a:gd name="connsiteY0" fmla="*/ 152400 h 4023360"/>
              <a:gd name="connsiteX1" fmla="*/ 2084832 w 2150364"/>
              <a:gd name="connsiteY1" fmla="*/ 4023360 h 4023360"/>
              <a:gd name="connsiteX2" fmla="*/ 2150364 w 2150364"/>
              <a:gd name="connsiteY2" fmla="*/ 3886708 h 4023360"/>
              <a:gd name="connsiteX3" fmla="*/ 1987296 w 2150364"/>
              <a:gd name="connsiteY3" fmla="*/ 3511296 h 4023360"/>
              <a:gd name="connsiteX4" fmla="*/ 48768 w 2150364"/>
              <a:gd name="connsiteY4" fmla="*/ 0 h 4023360"/>
              <a:gd name="connsiteX5" fmla="*/ 0 w 2150364"/>
              <a:gd name="connsiteY5" fmla="*/ 152400 h 4023360"/>
              <a:gd name="connsiteX0" fmla="*/ 0 w 2150364"/>
              <a:gd name="connsiteY0" fmla="*/ 152400 h 4023360"/>
              <a:gd name="connsiteX1" fmla="*/ 2084832 w 2150364"/>
              <a:gd name="connsiteY1" fmla="*/ 4023360 h 4023360"/>
              <a:gd name="connsiteX2" fmla="*/ 2150364 w 2150364"/>
              <a:gd name="connsiteY2" fmla="*/ 3886708 h 4023360"/>
              <a:gd name="connsiteX3" fmla="*/ 1987296 w 2150364"/>
              <a:gd name="connsiteY3" fmla="*/ 3511296 h 4023360"/>
              <a:gd name="connsiteX4" fmla="*/ 48768 w 2150364"/>
              <a:gd name="connsiteY4" fmla="*/ 0 h 4023360"/>
              <a:gd name="connsiteX5" fmla="*/ 0 w 2150364"/>
              <a:gd name="connsiteY5" fmla="*/ 152400 h 4023360"/>
              <a:gd name="connsiteX0" fmla="*/ 0 w 2150364"/>
              <a:gd name="connsiteY0" fmla="*/ 160020 h 4030980"/>
              <a:gd name="connsiteX1" fmla="*/ 2084832 w 2150364"/>
              <a:gd name="connsiteY1" fmla="*/ 4030980 h 4030980"/>
              <a:gd name="connsiteX2" fmla="*/ 2150364 w 2150364"/>
              <a:gd name="connsiteY2" fmla="*/ 3894328 h 4030980"/>
              <a:gd name="connsiteX3" fmla="*/ 1987296 w 2150364"/>
              <a:gd name="connsiteY3" fmla="*/ 3518916 h 4030980"/>
              <a:gd name="connsiteX4" fmla="*/ 41148 w 2150364"/>
              <a:gd name="connsiteY4" fmla="*/ 0 h 4030980"/>
              <a:gd name="connsiteX5" fmla="*/ 0 w 2150364"/>
              <a:gd name="connsiteY5" fmla="*/ 160020 h 4030980"/>
              <a:gd name="connsiteX0" fmla="*/ 0 w 2212299"/>
              <a:gd name="connsiteY0" fmla="*/ 160020 h 4225422"/>
              <a:gd name="connsiteX1" fmla="*/ 2053844 w 2212299"/>
              <a:gd name="connsiteY1" fmla="*/ 3898900 h 4225422"/>
              <a:gd name="connsiteX2" fmla="*/ 2084832 w 2212299"/>
              <a:gd name="connsiteY2" fmla="*/ 4030980 h 4225422"/>
              <a:gd name="connsiteX3" fmla="*/ 2150364 w 2212299"/>
              <a:gd name="connsiteY3" fmla="*/ 3894328 h 4225422"/>
              <a:gd name="connsiteX4" fmla="*/ 1987296 w 2212299"/>
              <a:gd name="connsiteY4" fmla="*/ 3518916 h 4225422"/>
              <a:gd name="connsiteX5" fmla="*/ 41148 w 2212299"/>
              <a:gd name="connsiteY5" fmla="*/ 0 h 4225422"/>
              <a:gd name="connsiteX6" fmla="*/ 0 w 2212299"/>
              <a:gd name="connsiteY6" fmla="*/ 160020 h 4225422"/>
              <a:gd name="connsiteX0" fmla="*/ 0 w 2212299"/>
              <a:gd name="connsiteY0" fmla="*/ 160020 h 4225422"/>
              <a:gd name="connsiteX1" fmla="*/ 2053844 w 2212299"/>
              <a:gd name="connsiteY1" fmla="*/ 3898900 h 4225422"/>
              <a:gd name="connsiteX2" fmla="*/ 2084832 w 2212299"/>
              <a:gd name="connsiteY2" fmla="*/ 4030980 h 4225422"/>
              <a:gd name="connsiteX3" fmla="*/ 2150364 w 2212299"/>
              <a:gd name="connsiteY3" fmla="*/ 3894328 h 4225422"/>
              <a:gd name="connsiteX4" fmla="*/ 1987296 w 2212299"/>
              <a:gd name="connsiteY4" fmla="*/ 3518916 h 4225422"/>
              <a:gd name="connsiteX5" fmla="*/ 41148 w 2212299"/>
              <a:gd name="connsiteY5" fmla="*/ 0 h 4225422"/>
              <a:gd name="connsiteX6" fmla="*/ 0 w 2212299"/>
              <a:gd name="connsiteY6" fmla="*/ 160020 h 4225422"/>
              <a:gd name="connsiteX0" fmla="*/ 0 w 2191060"/>
              <a:gd name="connsiteY0" fmla="*/ 160020 h 4169702"/>
              <a:gd name="connsiteX1" fmla="*/ 2053844 w 2191060"/>
              <a:gd name="connsiteY1" fmla="*/ 3898900 h 4169702"/>
              <a:gd name="connsiteX2" fmla="*/ 2084832 w 2191060"/>
              <a:gd name="connsiteY2" fmla="*/ 4030980 h 4169702"/>
              <a:gd name="connsiteX3" fmla="*/ 2150364 w 2191060"/>
              <a:gd name="connsiteY3" fmla="*/ 3894328 h 4169702"/>
              <a:gd name="connsiteX4" fmla="*/ 1987296 w 2191060"/>
              <a:gd name="connsiteY4" fmla="*/ 3518916 h 4169702"/>
              <a:gd name="connsiteX5" fmla="*/ 41148 w 2191060"/>
              <a:gd name="connsiteY5" fmla="*/ 0 h 4169702"/>
              <a:gd name="connsiteX6" fmla="*/ 0 w 2191060"/>
              <a:gd name="connsiteY6" fmla="*/ 160020 h 4169702"/>
              <a:gd name="connsiteX0" fmla="*/ 0 w 2244852"/>
              <a:gd name="connsiteY0" fmla="*/ 160020 h 4373880"/>
              <a:gd name="connsiteX1" fmla="*/ 2053844 w 2244852"/>
              <a:gd name="connsiteY1" fmla="*/ 3898900 h 4373880"/>
              <a:gd name="connsiteX2" fmla="*/ 2244852 w 2244852"/>
              <a:gd name="connsiteY2" fmla="*/ 4373880 h 4373880"/>
              <a:gd name="connsiteX3" fmla="*/ 2150364 w 2244852"/>
              <a:gd name="connsiteY3" fmla="*/ 3894328 h 4373880"/>
              <a:gd name="connsiteX4" fmla="*/ 1987296 w 2244852"/>
              <a:gd name="connsiteY4" fmla="*/ 3518916 h 4373880"/>
              <a:gd name="connsiteX5" fmla="*/ 41148 w 2244852"/>
              <a:gd name="connsiteY5" fmla="*/ 0 h 4373880"/>
              <a:gd name="connsiteX6" fmla="*/ 0 w 2244852"/>
              <a:gd name="connsiteY6" fmla="*/ 160020 h 4373880"/>
              <a:gd name="connsiteX0" fmla="*/ 0 w 2381783"/>
              <a:gd name="connsiteY0" fmla="*/ 160020 h 4373880"/>
              <a:gd name="connsiteX1" fmla="*/ 2053844 w 2381783"/>
              <a:gd name="connsiteY1" fmla="*/ 3898900 h 4373880"/>
              <a:gd name="connsiteX2" fmla="*/ 2244852 w 2381783"/>
              <a:gd name="connsiteY2" fmla="*/ 4373880 h 4373880"/>
              <a:gd name="connsiteX3" fmla="*/ 2150364 w 2381783"/>
              <a:gd name="connsiteY3" fmla="*/ 3894328 h 4373880"/>
              <a:gd name="connsiteX4" fmla="*/ 1987296 w 2381783"/>
              <a:gd name="connsiteY4" fmla="*/ 3518916 h 4373880"/>
              <a:gd name="connsiteX5" fmla="*/ 41148 w 2381783"/>
              <a:gd name="connsiteY5" fmla="*/ 0 h 4373880"/>
              <a:gd name="connsiteX6" fmla="*/ 0 w 2381783"/>
              <a:gd name="connsiteY6" fmla="*/ 160020 h 4373880"/>
              <a:gd name="connsiteX0" fmla="*/ 0 w 2244852"/>
              <a:gd name="connsiteY0" fmla="*/ 160020 h 4405983"/>
              <a:gd name="connsiteX1" fmla="*/ 2053844 w 2244852"/>
              <a:gd name="connsiteY1" fmla="*/ 3898900 h 4405983"/>
              <a:gd name="connsiteX2" fmla="*/ 2244852 w 2244852"/>
              <a:gd name="connsiteY2" fmla="*/ 4373880 h 4405983"/>
              <a:gd name="connsiteX3" fmla="*/ 2150364 w 2244852"/>
              <a:gd name="connsiteY3" fmla="*/ 3894328 h 4405983"/>
              <a:gd name="connsiteX4" fmla="*/ 1987296 w 2244852"/>
              <a:gd name="connsiteY4" fmla="*/ 3518916 h 4405983"/>
              <a:gd name="connsiteX5" fmla="*/ 41148 w 2244852"/>
              <a:gd name="connsiteY5" fmla="*/ 0 h 4405983"/>
              <a:gd name="connsiteX6" fmla="*/ 0 w 2244852"/>
              <a:gd name="connsiteY6" fmla="*/ 160020 h 4405983"/>
              <a:gd name="connsiteX0" fmla="*/ 0 w 2316613"/>
              <a:gd name="connsiteY0" fmla="*/ 160020 h 4405983"/>
              <a:gd name="connsiteX1" fmla="*/ 2053844 w 2316613"/>
              <a:gd name="connsiteY1" fmla="*/ 3898900 h 4405983"/>
              <a:gd name="connsiteX2" fmla="*/ 2244852 w 2316613"/>
              <a:gd name="connsiteY2" fmla="*/ 4373880 h 4405983"/>
              <a:gd name="connsiteX3" fmla="*/ 2150364 w 2316613"/>
              <a:gd name="connsiteY3" fmla="*/ 3894328 h 4405983"/>
              <a:gd name="connsiteX4" fmla="*/ 1987296 w 2316613"/>
              <a:gd name="connsiteY4" fmla="*/ 3518916 h 4405983"/>
              <a:gd name="connsiteX5" fmla="*/ 41148 w 2316613"/>
              <a:gd name="connsiteY5" fmla="*/ 0 h 4405983"/>
              <a:gd name="connsiteX6" fmla="*/ 0 w 2316613"/>
              <a:gd name="connsiteY6" fmla="*/ 160020 h 4405983"/>
              <a:gd name="connsiteX0" fmla="*/ 0 w 2305896"/>
              <a:gd name="connsiteY0" fmla="*/ 160020 h 4372713"/>
              <a:gd name="connsiteX1" fmla="*/ 2053844 w 2305896"/>
              <a:gd name="connsiteY1" fmla="*/ 3898900 h 4372713"/>
              <a:gd name="connsiteX2" fmla="*/ 2232152 w 2305896"/>
              <a:gd name="connsiteY2" fmla="*/ 4325620 h 4372713"/>
              <a:gd name="connsiteX3" fmla="*/ 2150364 w 2305896"/>
              <a:gd name="connsiteY3" fmla="*/ 3894328 h 4372713"/>
              <a:gd name="connsiteX4" fmla="*/ 1987296 w 2305896"/>
              <a:gd name="connsiteY4" fmla="*/ 3518916 h 4372713"/>
              <a:gd name="connsiteX5" fmla="*/ 41148 w 2305896"/>
              <a:gd name="connsiteY5" fmla="*/ 0 h 4372713"/>
              <a:gd name="connsiteX6" fmla="*/ 0 w 2305896"/>
              <a:gd name="connsiteY6" fmla="*/ 160020 h 4372713"/>
              <a:gd name="connsiteX0" fmla="*/ 0 w 2245972"/>
              <a:gd name="connsiteY0" fmla="*/ 160020 h 4188847"/>
              <a:gd name="connsiteX1" fmla="*/ 2053844 w 2245972"/>
              <a:gd name="connsiteY1" fmla="*/ 3898900 h 4188847"/>
              <a:gd name="connsiteX2" fmla="*/ 2150364 w 2245972"/>
              <a:gd name="connsiteY2" fmla="*/ 3894328 h 4188847"/>
              <a:gd name="connsiteX3" fmla="*/ 1987296 w 2245972"/>
              <a:gd name="connsiteY3" fmla="*/ 3518916 h 4188847"/>
              <a:gd name="connsiteX4" fmla="*/ 41148 w 2245972"/>
              <a:gd name="connsiteY4" fmla="*/ 0 h 4188847"/>
              <a:gd name="connsiteX5" fmla="*/ 0 w 2245972"/>
              <a:gd name="connsiteY5" fmla="*/ 160020 h 4188847"/>
              <a:gd name="connsiteX0" fmla="*/ 0 w 2222819"/>
              <a:gd name="connsiteY0" fmla="*/ 160020 h 4197481"/>
              <a:gd name="connsiteX1" fmla="*/ 2053844 w 2222819"/>
              <a:gd name="connsiteY1" fmla="*/ 3898900 h 4197481"/>
              <a:gd name="connsiteX2" fmla="*/ 2150364 w 2222819"/>
              <a:gd name="connsiteY2" fmla="*/ 3894328 h 4197481"/>
              <a:gd name="connsiteX3" fmla="*/ 1987296 w 2222819"/>
              <a:gd name="connsiteY3" fmla="*/ 3518916 h 4197481"/>
              <a:gd name="connsiteX4" fmla="*/ 41148 w 2222819"/>
              <a:gd name="connsiteY4" fmla="*/ 0 h 4197481"/>
              <a:gd name="connsiteX5" fmla="*/ 0 w 2222819"/>
              <a:gd name="connsiteY5" fmla="*/ 160020 h 4197481"/>
              <a:gd name="connsiteX0" fmla="*/ 0 w 2150364"/>
              <a:gd name="connsiteY0" fmla="*/ 160020 h 3987082"/>
              <a:gd name="connsiteX1" fmla="*/ 2053844 w 2150364"/>
              <a:gd name="connsiteY1" fmla="*/ 3898900 h 3987082"/>
              <a:gd name="connsiteX2" fmla="*/ 2150364 w 2150364"/>
              <a:gd name="connsiteY2" fmla="*/ 3894328 h 3987082"/>
              <a:gd name="connsiteX3" fmla="*/ 1987296 w 2150364"/>
              <a:gd name="connsiteY3" fmla="*/ 3518916 h 3987082"/>
              <a:gd name="connsiteX4" fmla="*/ 41148 w 2150364"/>
              <a:gd name="connsiteY4" fmla="*/ 0 h 3987082"/>
              <a:gd name="connsiteX5" fmla="*/ 0 w 2150364"/>
              <a:gd name="connsiteY5" fmla="*/ 160020 h 3987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50364" h="3987082">
                <a:moveTo>
                  <a:pt x="0" y="160020"/>
                </a:moveTo>
                <a:cubicBezTo>
                  <a:pt x="332909" y="812800"/>
                  <a:pt x="1695450" y="3276515"/>
                  <a:pt x="2053844" y="3898900"/>
                </a:cubicBezTo>
                <a:cubicBezTo>
                  <a:pt x="2087118" y="4038685"/>
                  <a:pt x="2077635" y="3993219"/>
                  <a:pt x="2150364" y="3894328"/>
                </a:cubicBezTo>
                <a:cubicBezTo>
                  <a:pt x="2131568" y="3761571"/>
                  <a:pt x="2041652" y="3644053"/>
                  <a:pt x="1987296" y="3518916"/>
                </a:cubicBezTo>
                <a:cubicBezTo>
                  <a:pt x="1332992" y="2354580"/>
                  <a:pt x="664972" y="1176528"/>
                  <a:pt x="41148" y="0"/>
                </a:cubicBezTo>
                <a:lnTo>
                  <a:pt x="0" y="160020"/>
                </a:lnTo>
                <a:close/>
              </a:path>
            </a:pathLst>
          </a:cu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87E5BC-1EEF-404E-BC2A-26F3ABC97739}"/>
              </a:ext>
            </a:extLst>
          </p:cNvPr>
          <p:cNvSpPr/>
          <p:nvPr/>
        </p:nvSpPr>
        <p:spPr>
          <a:xfrm>
            <a:off x="6342602" y="1837406"/>
            <a:ext cx="2075584" cy="4076065"/>
          </a:xfrm>
          <a:custGeom>
            <a:avLst/>
            <a:gdLst>
              <a:gd name="connsiteX0" fmla="*/ 0 w 2057400"/>
              <a:gd name="connsiteY0" fmla="*/ 0 h 3990975"/>
              <a:gd name="connsiteX1" fmla="*/ 485775 w 2057400"/>
              <a:gd name="connsiteY1" fmla="*/ 962025 h 3990975"/>
              <a:gd name="connsiteX2" fmla="*/ 1600200 w 2057400"/>
              <a:gd name="connsiteY2" fmla="*/ 2876550 h 3990975"/>
              <a:gd name="connsiteX3" fmla="*/ 2028825 w 2057400"/>
              <a:gd name="connsiteY3" fmla="*/ 3733800 h 3990975"/>
              <a:gd name="connsiteX4" fmla="*/ 2057400 w 2057400"/>
              <a:gd name="connsiteY4" fmla="*/ 3990975 h 3990975"/>
              <a:gd name="connsiteX0" fmla="*/ 0 w 2110740"/>
              <a:gd name="connsiteY0" fmla="*/ 0 h 4032885"/>
              <a:gd name="connsiteX1" fmla="*/ 539115 w 2110740"/>
              <a:gd name="connsiteY1" fmla="*/ 1003935 h 4032885"/>
              <a:gd name="connsiteX2" fmla="*/ 1653540 w 2110740"/>
              <a:gd name="connsiteY2" fmla="*/ 2918460 h 4032885"/>
              <a:gd name="connsiteX3" fmla="*/ 2082165 w 2110740"/>
              <a:gd name="connsiteY3" fmla="*/ 3775710 h 4032885"/>
              <a:gd name="connsiteX4" fmla="*/ 2110740 w 2110740"/>
              <a:gd name="connsiteY4" fmla="*/ 4032885 h 4032885"/>
              <a:gd name="connsiteX0" fmla="*/ 0 w 2110740"/>
              <a:gd name="connsiteY0" fmla="*/ 0 h 4032885"/>
              <a:gd name="connsiteX1" fmla="*/ 539115 w 2110740"/>
              <a:gd name="connsiteY1" fmla="*/ 1003935 h 4032885"/>
              <a:gd name="connsiteX2" fmla="*/ 1653540 w 2110740"/>
              <a:gd name="connsiteY2" fmla="*/ 2918460 h 4032885"/>
              <a:gd name="connsiteX3" fmla="*/ 2082165 w 2110740"/>
              <a:gd name="connsiteY3" fmla="*/ 3775710 h 4032885"/>
              <a:gd name="connsiteX4" fmla="*/ 2110740 w 2110740"/>
              <a:gd name="connsiteY4" fmla="*/ 4032885 h 4032885"/>
              <a:gd name="connsiteX0" fmla="*/ 0 w 2110740"/>
              <a:gd name="connsiteY0" fmla="*/ 0 h 4032885"/>
              <a:gd name="connsiteX1" fmla="*/ 539115 w 2110740"/>
              <a:gd name="connsiteY1" fmla="*/ 1003935 h 4032885"/>
              <a:gd name="connsiteX2" fmla="*/ 1653540 w 2110740"/>
              <a:gd name="connsiteY2" fmla="*/ 2918460 h 4032885"/>
              <a:gd name="connsiteX3" fmla="*/ 2082165 w 2110740"/>
              <a:gd name="connsiteY3" fmla="*/ 3775710 h 4032885"/>
              <a:gd name="connsiteX4" fmla="*/ 2110740 w 2110740"/>
              <a:gd name="connsiteY4" fmla="*/ 4032885 h 4032885"/>
              <a:gd name="connsiteX0" fmla="*/ 0 w 2110740"/>
              <a:gd name="connsiteY0" fmla="*/ 0 h 4032885"/>
              <a:gd name="connsiteX1" fmla="*/ 569595 w 2110740"/>
              <a:gd name="connsiteY1" fmla="*/ 988695 h 4032885"/>
              <a:gd name="connsiteX2" fmla="*/ 1653540 w 2110740"/>
              <a:gd name="connsiteY2" fmla="*/ 2918460 h 4032885"/>
              <a:gd name="connsiteX3" fmla="*/ 2082165 w 2110740"/>
              <a:gd name="connsiteY3" fmla="*/ 3775710 h 4032885"/>
              <a:gd name="connsiteX4" fmla="*/ 2110740 w 2110740"/>
              <a:gd name="connsiteY4" fmla="*/ 4032885 h 4032885"/>
              <a:gd name="connsiteX0" fmla="*/ 0 w 2110740"/>
              <a:gd name="connsiteY0" fmla="*/ 0 h 4032885"/>
              <a:gd name="connsiteX1" fmla="*/ 569595 w 2110740"/>
              <a:gd name="connsiteY1" fmla="*/ 988695 h 4032885"/>
              <a:gd name="connsiteX2" fmla="*/ 1653540 w 2110740"/>
              <a:gd name="connsiteY2" fmla="*/ 2918460 h 4032885"/>
              <a:gd name="connsiteX3" fmla="*/ 2082165 w 2110740"/>
              <a:gd name="connsiteY3" fmla="*/ 3775710 h 4032885"/>
              <a:gd name="connsiteX4" fmla="*/ 2110740 w 2110740"/>
              <a:gd name="connsiteY4" fmla="*/ 4032885 h 4032885"/>
              <a:gd name="connsiteX0" fmla="*/ 0 w 2110740"/>
              <a:gd name="connsiteY0" fmla="*/ 0 h 4032885"/>
              <a:gd name="connsiteX1" fmla="*/ 569595 w 2110740"/>
              <a:gd name="connsiteY1" fmla="*/ 988695 h 4032885"/>
              <a:gd name="connsiteX2" fmla="*/ 1623060 w 2110740"/>
              <a:gd name="connsiteY2" fmla="*/ 2929890 h 4032885"/>
              <a:gd name="connsiteX3" fmla="*/ 2082165 w 2110740"/>
              <a:gd name="connsiteY3" fmla="*/ 3775710 h 4032885"/>
              <a:gd name="connsiteX4" fmla="*/ 2110740 w 2110740"/>
              <a:gd name="connsiteY4" fmla="*/ 4032885 h 4032885"/>
              <a:gd name="connsiteX0" fmla="*/ 0 w 2110740"/>
              <a:gd name="connsiteY0" fmla="*/ 0 h 4032885"/>
              <a:gd name="connsiteX1" fmla="*/ 569595 w 2110740"/>
              <a:gd name="connsiteY1" fmla="*/ 988695 h 4032885"/>
              <a:gd name="connsiteX2" fmla="*/ 1623060 w 2110740"/>
              <a:gd name="connsiteY2" fmla="*/ 2929890 h 4032885"/>
              <a:gd name="connsiteX3" fmla="*/ 2009775 w 2110740"/>
              <a:gd name="connsiteY3" fmla="*/ 3646170 h 4032885"/>
              <a:gd name="connsiteX4" fmla="*/ 2110740 w 2110740"/>
              <a:gd name="connsiteY4" fmla="*/ 4032885 h 4032885"/>
              <a:gd name="connsiteX0" fmla="*/ 0 w 2110740"/>
              <a:gd name="connsiteY0" fmla="*/ 0 h 4032885"/>
              <a:gd name="connsiteX1" fmla="*/ 569595 w 2110740"/>
              <a:gd name="connsiteY1" fmla="*/ 988695 h 4032885"/>
              <a:gd name="connsiteX2" fmla="*/ 1623060 w 2110740"/>
              <a:gd name="connsiteY2" fmla="*/ 2929890 h 4032885"/>
              <a:gd name="connsiteX3" fmla="*/ 2009775 w 2110740"/>
              <a:gd name="connsiteY3" fmla="*/ 3646170 h 4032885"/>
              <a:gd name="connsiteX4" fmla="*/ 2110740 w 2110740"/>
              <a:gd name="connsiteY4" fmla="*/ 4032885 h 4032885"/>
              <a:gd name="connsiteX0" fmla="*/ 0 w 2110740"/>
              <a:gd name="connsiteY0" fmla="*/ 0 h 4032885"/>
              <a:gd name="connsiteX1" fmla="*/ 569595 w 2110740"/>
              <a:gd name="connsiteY1" fmla="*/ 988695 h 4032885"/>
              <a:gd name="connsiteX2" fmla="*/ 1623060 w 2110740"/>
              <a:gd name="connsiteY2" fmla="*/ 2929890 h 4032885"/>
              <a:gd name="connsiteX3" fmla="*/ 2013585 w 2110740"/>
              <a:gd name="connsiteY3" fmla="*/ 3608070 h 4032885"/>
              <a:gd name="connsiteX4" fmla="*/ 2110740 w 2110740"/>
              <a:gd name="connsiteY4" fmla="*/ 4032885 h 4032885"/>
              <a:gd name="connsiteX0" fmla="*/ 0 w 2061210"/>
              <a:gd name="connsiteY0" fmla="*/ 0 h 3918585"/>
              <a:gd name="connsiteX1" fmla="*/ 569595 w 2061210"/>
              <a:gd name="connsiteY1" fmla="*/ 988695 h 3918585"/>
              <a:gd name="connsiteX2" fmla="*/ 1623060 w 2061210"/>
              <a:gd name="connsiteY2" fmla="*/ 2929890 h 3918585"/>
              <a:gd name="connsiteX3" fmla="*/ 2013585 w 2061210"/>
              <a:gd name="connsiteY3" fmla="*/ 3608070 h 3918585"/>
              <a:gd name="connsiteX4" fmla="*/ 2061210 w 2061210"/>
              <a:gd name="connsiteY4" fmla="*/ 3918585 h 3918585"/>
              <a:gd name="connsiteX0" fmla="*/ 0 w 2074423"/>
              <a:gd name="connsiteY0" fmla="*/ 0 h 3918585"/>
              <a:gd name="connsiteX1" fmla="*/ 569595 w 2074423"/>
              <a:gd name="connsiteY1" fmla="*/ 988695 h 3918585"/>
              <a:gd name="connsiteX2" fmla="*/ 1623060 w 2074423"/>
              <a:gd name="connsiteY2" fmla="*/ 2929890 h 3918585"/>
              <a:gd name="connsiteX3" fmla="*/ 2013585 w 2074423"/>
              <a:gd name="connsiteY3" fmla="*/ 3608070 h 3918585"/>
              <a:gd name="connsiteX4" fmla="*/ 2061210 w 2074423"/>
              <a:gd name="connsiteY4" fmla="*/ 3918585 h 3918585"/>
              <a:gd name="connsiteX0" fmla="*/ 0 w 2071092"/>
              <a:gd name="connsiteY0" fmla="*/ 0 h 3918585"/>
              <a:gd name="connsiteX1" fmla="*/ 569595 w 2071092"/>
              <a:gd name="connsiteY1" fmla="*/ 988695 h 3918585"/>
              <a:gd name="connsiteX2" fmla="*/ 1623060 w 2071092"/>
              <a:gd name="connsiteY2" fmla="*/ 2929890 h 3918585"/>
              <a:gd name="connsiteX3" fmla="*/ 2013585 w 2071092"/>
              <a:gd name="connsiteY3" fmla="*/ 3608070 h 3918585"/>
              <a:gd name="connsiteX4" fmla="*/ 2061210 w 2071092"/>
              <a:gd name="connsiteY4" fmla="*/ 3918585 h 3918585"/>
              <a:gd name="connsiteX0" fmla="*/ 0 w 2071092"/>
              <a:gd name="connsiteY0" fmla="*/ 0 h 3918585"/>
              <a:gd name="connsiteX1" fmla="*/ 569595 w 2071092"/>
              <a:gd name="connsiteY1" fmla="*/ 988695 h 3918585"/>
              <a:gd name="connsiteX2" fmla="*/ 1623060 w 2071092"/>
              <a:gd name="connsiteY2" fmla="*/ 2929890 h 3918585"/>
              <a:gd name="connsiteX3" fmla="*/ 2013585 w 2071092"/>
              <a:gd name="connsiteY3" fmla="*/ 3608070 h 3918585"/>
              <a:gd name="connsiteX4" fmla="*/ 2061210 w 2071092"/>
              <a:gd name="connsiteY4" fmla="*/ 3918585 h 3918585"/>
              <a:gd name="connsiteX0" fmla="*/ 0 w 2024398"/>
              <a:gd name="connsiteY0" fmla="*/ 0 h 4040505"/>
              <a:gd name="connsiteX1" fmla="*/ 569595 w 2024398"/>
              <a:gd name="connsiteY1" fmla="*/ 988695 h 4040505"/>
              <a:gd name="connsiteX2" fmla="*/ 1623060 w 2024398"/>
              <a:gd name="connsiteY2" fmla="*/ 2929890 h 4040505"/>
              <a:gd name="connsiteX3" fmla="*/ 2013585 w 2024398"/>
              <a:gd name="connsiteY3" fmla="*/ 3608070 h 4040505"/>
              <a:gd name="connsiteX4" fmla="*/ 1939290 w 2024398"/>
              <a:gd name="connsiteY4" fmla="*/ 4040505 h 4040505"/>
              <a:gd name="connsiteX0" fmla="*/ 0 w 2055682"/>
              <a:gd name="connsiteY0" fmla="*/ 0 h 4040505"/>
              <a:gd name="connsiteX1" fmla="*/ 569595 w 2055682"/>
              <a:gd name="connsiteY1" fmla="*/ 988695 h 4040505"/>
              <a:gd name="connsiteX2" fmla="*/ 1623060 w 2055682"/>
              <a:gd name="connsiteY2" fmla="*/ 2929890 h 4040505"/>
              <a:gd name="connsiteX3" fmla="*/ 2013585 w 2055682"/>
              <a:gd name="connsiteY3" fmla="*/ 3608070 h 4040505"/>
              <a:gd name="connsiteX4" fmla="*/ 1939290 w 2055682"/>
              <a:gd name="connsiteY4" fmla="*/ 4040505 h 4040505"/>
              <a:gd name="connsiteX0" fmla="*/ 0 w 2071439"/>
              <a:gd name="connsiteY0" fmla="*/ 0 h 4076065"/>
              <a:gd name="connsiteX1" fmla="*/ 569595 w 2071439"/>
              <a:gd name="connsiteY1" fmla="*/ 988695 h 4076065"/>
              <a:gd name="connsiteX2" fmla="*/ 1623060 w 2071439"/>
              <a:gd name="connsiteY2" fmla="*/ 2929890 h 4076065"/>
              <a:gd name="connsiteX3" fmla="*/ 2013585 w 2071439"/>
              <a:gd name="connsiteY3" fmla="*/ 3608070 h 4076065"/>
              <a:gd name="connsiteX4" fmla="*/ 1969770 w 2071439"/>
              <a:gd name="connsiteY4" fmla="*/ 4076065 h 4076065"/>
              <a:gd name="connsiteX0" fmla="*/ 0 w 2075584"/>
              <a:gd name="connsiteY0" fmla="*/ 0 h 4076065"/>
              <a:gd name="connsiteX1" fmla="*/ 569595 w 2075584"/>
              <a:gd name="connsiteY1" fmla="*/ 988695 h 4076065"/>
              <a:gd name="connsiteX2" fmla="*/ 1623060 w 2075584"/>
              <a:gd name="connsiteY2" fmla="*/ 2929890 h 4076065"/>
              <a:gd name="connsiteX3" fmla="*/ 2013585 w 2075584"/>
              <a:gd name="connsiteY3" fmla="*/ 3608070 h 4076065"/>
              <a:gd name="connsiteX4" fmla="*/ 1969770 w 2075584"/>
              <a:gd name="connsiteY4" fmla="*/ 4076065 h 407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75584" h="4076065">
                <a:moveTo>
                  <a:pt x="0" y="0"/>
                </a:moveTo>
                <a:cubicBezTo>
                  <a:pt x="191135" y="334645"/>
                  <a:pt x="389890" y="654050"/>
                  <a:pt x="569595" y="988695"/>
                </a:cubicBezTo>
                <a:cubicBezTo>
                  <a:pt x="904240" y="1651000"/>
                  <a:pt x="1261745" y="2286635"/>
                  <a:pt x="1623060" y="2929890"/>
                </a:cubicBezTo>
                <a:lnTo>
                  <a:pt x="2013585" y="3608070"/>
                </a:lnTo>
                <a:cubicBezTo>
                  <a:pt x="2054860" y="3725545"/>
                  <a:pt x="2149475" y="3815080"/>
                  <a:pt x="1969770" y="4076065"/>
                </a:cubicBezTo>
              </a:path>
            </a:pathLst>
          </a:custGeom>
          <a:noFill/>
          <a:ln w="635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50FAFBC-9C97-4CE4-8883-183AA3FE50DA}"/>
              </a:ext>
            </a:extLst>
          </p:cNvPr>
          <p:cNvSpPr/>
          <p:nvPr/>
        </p:nvSpPr>
        <p:spPr>
          <a:xfrm>
            <a:off x="3718560" y="1127760"/>
            <a:ext cx="2676144" cy="4146042"/>
          </a:xfrm>
          <a:custGeom>
            <a:avLst/>
            <a:gdLst>
              <a:gd name="connsiteX0" fmla="*/ 0 w 2645664"/>
              <a:gd name="connsiteY0" fmla="*/ 3968496 h 4126992"/>
              <a:gd name="connsiteX1" fmla="*/ 0 w 2645664"/>
              <a:gd name="connsiteY1" fmla="*/ 3816096 h 4126992"/>
              <a:gd name="connsiteX2" fmla="*/ 2334768 w 2645664"/>
              <a:gd name="connsiteY2" fmla="*/ 109728 h 4126992"/>
              <a:gd name="connsiteX3" fmla="*/ 2481072 w 2645664"/>
              <a:gd name="connsiteY3" fmla="*/ 0 h 4126992"/>
              <a:gd name="connsiteX4" fmla="*/ 2645664 w 2645664"/>
              <a:gd name="connsiteY4" fmla="*/ 0 h 4126992"/>
              <a:gd name="connsiteX5" fmla="*/ 2529840 w 2645664"/>
              <a:gd name="connsiteY5" fmla="*/ 85344 h 4126992"/>
              <a:gd name="connsiteX6" fmla="*/ 2042160 w 2645664"/>
              <a:gd name="connsiteY6" fmla="*/ 865632 h 4126992"/>
              <a:gd name="connsiteX7" fmla="*/ 859536 w 2645664"/>
              <a:gd name="connsiteY7" fmla="*/ 2877312 h 4126992"/>
              <a:gd name="connsiteX8" fmla="*/ 256032 w 2645664"/>
              <a:gd name="connsiteY8" fmla="*/ 3749040 h 4126992"/>
              <a:gd name="connsiteX9" fmla="*/ 158496 w 2645664"/>
              <a:gd name="connsiteY9" fmla="*/ 3931920 h 4126992"/>
              <a:gd name="connsiteX10" fmla="*/ 109728 w 2645664"/>
              <a:gd name="connsiteY10" fmla="*/ 4126992 h 4126992"/>
              <a:gd name="connsiteX11" fmla="*/ 0 w 2645664"/>
              <a:gd name="connsiteY11" fmla="*/ 3968496 h 4126992"/>
              <a:gd name="connsiteX0" fmla="*/ 0 w 2645664"/>
              <a:gd name="connsiteY0" fmla="*/ 3968496 h 4126992"/>
              <a:gd name="connsiteX1" fmla="*/ 45720 w 2645664"/>
              <a:gd name="connsiteY1" fmla="*/ 3812286 h 4126992"/>
              <a:gd name="connsiteX2" fmla="*/ 2334768 w 2645664"/>
              <a:gd name="connsiteY2" fmla="*/ 109728 h 4126992"/>
              <a:gd name="connsiteX3" fmla="*/ 2481072 w 2645664"/>
              <a:gd name="connsiteY3" fmla="*/ 0 h 4126992"/>
              <a:gd name="connsiteX4" fmla="*/ 2645664 w 2645664"/>
              <a:gd name="connsiteY4" fmla="*/ 0 h 4126992"/>
              <a:gd name="connsiteX5" fmla="*/ 2529840 w 2645664"/>
              <a:gd name="connsiteY5" fmla="*/ 85344 h 4126992"/>
              <a:gd name="connsiteX6" fmla="*/ 2042160 w 2645664"/>
              <a:gd name="connsiteY6" fmla="*/ 865632 h 4126992"/>
              <a:gd name="connsiteX7" fmla="*/ 859536 w 2645664"/>
              <a:gd name="connsiteY7" fmla="*/ 2877312 h 4126992"/>
              <a:gd name="connsiteX8" fmla="*/ 256032 w 2645664"/>
              <a:gd name="connsiteY8" fmla="*/ 3749040 h 4126992"/>
              <a:gd name="connsiteX9" fmla="*/ 158496 w 2645664"/>
              <a:gd name="connsiteY9" fmla="*/ 3931920 h 4126992"/>
              <a:gd name="connsiteX10" fmla="*/ 109728 w 2645664"/>
              <a:gd name="connsiteY10" fmla="*/ 4126992 h 4126992"/>
              <a:gd name="connsiteX11" fmla="*/ 0 w 2645664"/>
              <a:gd name="connsiteY11" fmla="*/ 3968496 h 4126992"/>
              <a:gd name="connsiteX0" fmla="*/ 0 w 2645664"/>
              <a:gd name="connsiteY0" fmla="*/ 3968496 h 4126992"/>
              <a:gd name="connsiteX1" fmla="*/ 45720 w 2645664"/>
              <a:gd name="connsiteY1" fmla="*/ 3812286 h 4126992"/>
              <a:gd name="connsiteX2" fmla="*/ 2334768 w 2645664"/>
              <a:gd name="connsiteY2" fmla="*/ 109728 h 4126992"/>
              <a:gd name="connsiteX3" fmla="*/ 2481072 w 2645664"/>
              <a:gd name="connsiteY3" fmla="*/ 0 h 4126992"/>
              <a:gd name="connsiteX4" fmla="*/ 2645664 w 2645664"/>
              <a:gd name="connsiteY4" fmla="*/ 0 h 4126992"/>
              <a:gd name="connsiteX5" fmla="*/ 2529840 w 2645664"/>
              <a:gd name="connsiteY5" fmla="*/ 85344 h 4126992"/>
              <a:gd name="connsiteX6" fmla="*/ 2042160 w 2645664"/>
              <a:gd name="connsiteY6" fmla="*/ 865632 h 4126992"/>
              <a:gd name="connsiteX7" fmla="*/ 859536 w 2645664"/>
              <a:gd name="connsiteY7" fmla="*/ 2877312 h 4126992"/>
              <a:gd name="connsiteX8" fmla="*/ 256032 w 2645664"/>
              <a:gd name="connsiteY8" fmla="*/ 3749040 h 4126992"/>
              <a:gd name="connsiteX9" fmla="*/ 158496 w 2645664"/>
              <a:gd name="connsiteY9" fmla="*/ 3931920 h 4126992"/>
              <a:gd name="connsiteX10" fmla="*/ 109728 w 2645664"/>
              <a:gd name="connsiteY10" fmla="*/ 4126992 h 4126992"/>
              <a:gd name="connsiteX11" fmla="*/ 0 w 2645664"/>
              <a:gd name="connsiteY11" fmla="*/ 3968496 h 4126992"/>
              <a:gd name="connsiteX0" fmla="*/ 0 w 2645664"/>
              <a:gd name="connsiteY0" fmla="*/ 3968496 h 4126992"/>
              <a:gd name="connsiteX1" fmla="*/ 45720 w 2645664"/>
              <a:gd name="connsiteY1" fmla="*/ 3812286 h 4126992"/>
              <a:gd name="connsiteX2" fmla="*/ 2334768 w 2645664"/>
              <a:gd name="connsiteY2" fmla="*/ 109728 h 4126992"/>
              <a:gd name="connsiteX3" fmla="*/ 2481072 w 2645664"/>
              <a:gd name="connsiteY3" fmla="*/ 0 h 4126992"/>
              <a:gd name="connsiteX4" fmla="*/ 2645664 w 2645664"/>
              <a:gd name="connsiteY4" fmla="*/ 0 h 4126992"/>
              <a:gd name="connsiteX5" fmla="*/ 2495550 w 2645664"/>
              <a:gd name="connsiteY5" fmla="*/ 89154 h 4126992"/>
              <a:gd name="connsiteX6" fmla="*/ 2042160 w 2645664"/>
              <a:gd name="connsiteY6" fmla="*/ 865632 h 4126992"/>
              <a:gd name="connsiteX7" fmla="*/ 859536 w 2645664"/>
              <a:gd name="connsiteY7" fmla="*/ 2877312 h 4126992"/>
              <a:gd name="connsiteX8" fmla="*/ 256032 w 2645664"/>
              <a:gd name="connsiteY8" fmla="*/ 3749040 h 4126992"/>
              <a:gd name="connsiteX9" fmla="*/ 158496 w 2645664"/>
              <a:gd name="connsiteY9" fmla="*/ 3931920 h 4126992"/>
              <a:gd name="connsiteX10" fmla="*/ 109728 w 2645664"/>
              <a:gd name="connsiteY10" fmla="*/ 4126992 h 4126992"/>
              <a:gd name="connsiteX11" fmla="*/ 0 w 2645664"/>
              <a:gd name="connsiteY11" fmla="*/ 3968496 h 4126992"/>
              <a:gd name="connsiteX0" fmla="*/ 0 w 2645664"/>
              <a:gd name="connsiteY0" fmla="*/ 3968496 h 4126992"/>
              <a:gd name="connsiteX1" fmla="*/ 45720 w 2645664"/>
              <a:gd name="connsiteY1" fmla="*/ 3812286 h 4126992"/>
              <a:gd name="connsiteX2" fmla="*/ 2334768 w 2645664"/>
              <a:gd name="connsiteY2" fmla="*/ 109728 h 4126992"/>
              <a:gd name="connsiteX3" fmla="*/ 2481072 w 2645664"/>
              <a:gd name="connsiteY3" fmla="*/ 0 h 4126992"/>
              <a:gd name="connsiteX4" fmla="*/ 2645664 w 2645664"/>
              <a:gd name="connsiteY4" fmla="*/ 0 h 4126992"/>
              <a:gd name="connsiteX5" fmla="*/ 2495550 w 2645664"/>
              <a:gd name="connsiteY5" fmla="*/ 89154 h 4126992"/>
              <a:gd name="connsiteX6" fmla="*/ 2042160 w 2645664"/>
              <a:gd name="connsiteY6" fmla="*/ 865632 h 4126992"/>
              <a:gd name="connsiteX7" fmla="*/ 859536 w 2645664"/>
              <a:gd name="connsiteY7" fmla="*/ 2877312 h 4126992"/>
              <a:gd name="connsiteX8" fmla="*/ 256032 w 2645664"/>
              <a:gd name="connsiteY8" fmla="*/ 3749040 h 4126992"/>
              <a:gd name="connsiteX9" fmla="*/ 158496 w 2645664"/>
              <a:gd name="connsiteY9" fmla="*/ 3931920 h 4126992"/>
              <a:gd name="connsiteX10" fmla="*/ 109728 w 2645664"/>
              <a:gd name="connsiteY10" fmla="*/ 4126992 h 4126992"/>
              <a:gd name="connsiteX11" fmla="*/ 0 w 2645664"/>
              <a:gd name="connsiteY11" fmla="*/ 3968496 h 4126992"/>
              <a:gd name="connsiteX0" fmla="*/ 0 w 2645664"/>
              <a:gd name="connsiteY0" fmla="*/ 3968496 h 4126992"/>
              <a:gd name="connsiteX1" fmla="*/ 45720 w 2645664"/>
              <a:gd name="connsiteY1" fmla="*/ 3812286 h 4126992"/>
              <a:gd name="connsiteX2" fmla="*/ 2334768 w 2645664"/>
              <a:gd name="connsiteY2" fmla="*/ 109728 h 4126992"/>
              <a:gd name="connsiteX3" fmla="*/ 2481072 w 2645664"/>
              <a:gd name="connsiteY3" fmla="*/ 0 h 4126992"/>
              <a:gd name="connsiteX4" fmla="*/ 2645664 w 2645664"/>
              <a:gd name="connsiteY4" fmla="*/ 0 h 4126992"/>
              <a:gd name="connsiteX5" fmla="*/ 2495550 w 2645664"/>
              <a:gd name="connsiteY5" fmla="*/ 89154 h 4126992"/>
              <a:gd name="connsiteX6" fmla="*/ 2019300 w 2645664"/>
              <a:gd name="connsiteY6" fmla="*/ 865632 h 4126992"/>
              <a:gd name="connsiteX7" fmla="*/ 859536 w 2645664"/>
              <a:gd name="connsiteY7" fmla="*/ 2877312 h 4126992"/>
              <a:gd name="connsiteX8" fmla="*/ 256032 w 2645664"/>
              <a:gd name="connsiteY8" fmla="*/ 3749040 h 4126992"/>
              <a:gd name="connsiteX9" fmla="*/ 158496 w 2645664"/>
              <a:gd name="connsiteY9" fmla="*/ 3931920 h 4126992"/>
              <a:gd name="connsiteX10" fmla="*/ 109728 w 2645664"/>
              <a:gd name="connsiteY10" fmla="*/ 4126992 h 4126992"/>
              <a:gd name="connsiteX11" fmla="*/ 0 w 2645664"/>
              <a:gd name="connsiteY11" fmla="*/ 3968496 h 4126992"/>
              <a:gd name="connsiteX0" fmla="*/ 0 w 2645664"/>
              <a:gd name="connsiteY0" fmla="*/ 3968496 h 4126992"/>
              <a:gd name="connsiteX1" fmla="*/ 45720 w 2645664"/>
              <a:gd name="connsiteY1" fmla="*/ 3812286 h 4126992"/>
              <a:gd name="connsiteX2" fmla="*/ 2334768 w 2645664"/>
              <a:gd name="connsiteY2" fmla="*/ 109728 h 4126992"/>
              <a:gd name="connsiteX3" fmla="*/ 2481072 w 2645664"/>
              <a:gd name="connsiteY3" fmla="*/ 0 h 4126992"/>
              <a:gd name="connsiteX4" fmla="*/ 2645664 w 2645664"/>
              <a:gd name="connsiteY4" fmla="*/ 0 h 4126992"/>
              <a:gd name="connsiteX5" fmla="*/ 2495550 w 2645664"/>
              <a:gd name="connsiteY5" fmla="*/ 89154 h 4126992"/>
              <a:gd name="connsiteX6" fmla="*/ 2019300 w 2645664"/>
              <a:gd name="connsiteY6" fmla="*/ 865632 h 4126992"/>
              <a:gd name="connsiteX7" fmla="*/ 859536 w 2645664"/>
              <a:gd name="connsiteY7" fmla="*/ 2877312 h 4126992"/>
              <a:gd name="connsiteX8" fmla="*/ 256032 w 2645664"/>
              <a:gd name="connsiteY8" fmla="*/ 3749040 h 4126992"/>
              <a:gd name="connsiteX9" fmla="*/ 158496 w 2645664"/>
              <a:gd name="connsiteY9" fmla="*/ 3931920 h 4126992"/>
              <a:gd name="connsiteX10" fmla="*/ 109728 w 2645664"/>
              <a:gd name="connsiteY10" fmla="*/ 4126992 h 4126992"/>
              <a:gd name="connsiteX11" fmla="*/ 0 w 2645664"/>
              <a:gd name="connsiteY11" fmla="*/ 3968496 h 4126992"/>
              <a:gd name="connsiteX0" fmla="*/ 0 w 2645664"/>
              <a:gd name="connsiteY0" fmla="*/ 3968496 h 4126992"/>
              <a:gd name="connsiteX1" fmla="*/ 45720 w 2645664"/>
              <a:gd name="connsiteY1" fmla="*/ 3812286 h 4126992"/>
              <a:gd name="connsiteX2" fmla="*/ 2334768 w 2645664"/>
              <a:gd name="connsiteY2" fmla="*/ 109728 h 4126992"/>
              <a:gd name="connsiteX3" fmla="*/ 2481072 w 2645664"/>
              <a:gd name="connsiteY3" fmla="*/ 0 h 4126992"/>
              <a:gd name="connsiteX4" fmla="*/ 2645664 w 2645664"/>
              <a:gd name="connsiteY4" fmla="*/ 0 h 4126992"/>
              <a:gd name="connsiteX5" fmla="*/ 2495550 w 2645664"/>
              <a:gd name="connsiteY5" fmla="*/ 89154 h 4126992"/>
              <a:gd name="connsiteX6" fmla="*/ 2019300 w 2645664"/>
              <a:gd name="connsiteY6" fmla="*/ 865632 h 4126992"/>
              <a:gd name="connsiteX7" fmla="*/ 821436 w 2645664"/>
              <a:gd name="connsiteY7" fmla="*/ 2843022 h 4126992"/>
              <a:gd name="connsiteX8" fmla="*/ 256032 w 2645664"/>
              <a:gd name="connsiteY8" fmla="*/ 3749040 h 4126992"/>
              <a:gd name="connsiteX9" fmla="*/ 158496 w 2645664"/>
              <a:gd name="connsiteY9" fmla="*/ 3931920 h 4126992"/>
              <a:gd name="connsiteX10" fmla="*/ 109728 w 2645664"/>
              <a:gd name="connsiteY10" fmla="*/ 4126992 h 4126992"/>
              <a:gd name="connsiteX11" fmla="*/ 0 w 2645664"/>
              <a:gd name="connsiteY11" fmla="*/ 3968496 h 4126992"/>
              <a:gd name="connsiteX0" fmla="*/ 0 w 2645664"/>
              <a:gd name="connsiteY0" fmla="*/ 3968496 h 4126992"/>
              <a:gd name="connsiteX1" fmla="*/ 45720 w 2645664"/>
              <a:gd name="connsiteY1" fmla="*/ 3812286 h 4126992"/>
              <a:gd name="connsiteX2" fmla="*/ 2334768 w 2645664"/>
              <a:gd name="connsiteY2" fmla="*/ 109728 h 4126992"/>
              <a:gd name="connsiteX3" fmla="*/ 2481072 w 2645664"/>
              <a:gd name="connsiteY3" fmla="*/ 0 h 4126992"/>
              <a:gd name="connsiteX4" fmla="*/ 2645664 w 2645664"/>
              <a:gd name="connsiteY4" fmla="*/ 0 h 4126992"/>
              <a:gd name="connsiteX5" fmla="*/ 2495550 w 2645664"/>
              <a:gd name="connsiteY5" fmla="*/ 89154 h 4126992"/>
              <a:gd name="connsiteX6" fmla="*/ 2019300 w 2645664"/>
              <a:gd name="connsiteY6" fmla="*/ 865632 h 4126992"/>
              <a:gd name="connsiteX7" fmla="*/ 821436 w 2645664"/>
              <a:gd name="connsiteY7" fmla="*/ 2843022 h 4126992"/>
              <a:gd name="connsiteX8" fmla="*/ 256032 w 2645664"/>
              <a:gd name="connsiteY8" fmla="*/ 3749040 h 4126992"/>
              <a:gd name="connsiteX9" fmla="*/ 158496 w 2645664"/>
              <a:gd name="connsiteY9" fmla="*/ 3931920 h 4126992"/>
              <a:gd name="connsiteX10" fmla="*/ 109728 w 2645664"/>
              <a:gd name="connsiteY10" fmla="*/ 4126992 h 4126992"/>
              <a:gd name="connsiteX11" fmla="*/ 0 w 2645664"/>
              <a:gd name="connsiteY11" fmla="*/ 3968496 h 4126992"/>
              <a:gd name="connsiteX0" fmla="*/ 0 w 2645664"/>
              <a:gd name="connsiteY0" fmla="*/ 3968496 h 4126992"/>
              <a:gd name="connsiteX1" fmla="*/ 45720 w 2645664"/>
              <a:gd name="connsiteY1" fmla="*/ 3812286 h 4126992"/>
              <a:gd name="connsiteX2" fmla="*/ 2334768 w 2645664"/>
              <a:gd name="connsiteY2" fmla="*/ 109728 h 4126992"/>
              <a:gd name="connsiteX3" fmla="*/ 2481072 w 2645664"/>
              <a:gd name="connsiteY3" fmla="*/ 0 h 4126992"/>
              <a:gd name="connsiteX4" fmla="*/ 2645664 w 2645664"/>
              <a:gd name="connsiteY4" fmla="*/ 0 h 4126992"/>
              <a:gd name="connsiteX5" fmla="*/ 2495550 w 2645664"/>
              <a:gd name="connsiteY5" fmla="*/ 89154 h 4126992"/>
              <a:gd name="connsiteX6" fmla="*/ 2019300 w 2645664"/>
              <a:gd name="connsiteY6" fmla="*/ 865632 h 4126992"/>
              <a:gd name="connsiteX7" fmla="*/ 821436 w 2645664"/>
              <a:gd name="connsiteY7" fmla="*/ 2843022 h 4126992"/>
              <a:gd name="connsiteX8" fmla="*/ 256032 w 2645664"/>
              <a:gd name="connsiteY8" fmla="*/ 3749040 h 4126992"/>
              <a:gd name="connsiteX9" fmla="*/ 158496 w 2645664"/>
              <a:gd name="connsiteY9" fmla="*/ 3931920 h 4126992"/>
              <a:gd name="connsiteX10" fmla="*/ 109728 w 2645664"/>
              <a:gd name="connsiteY10" fmla="*/ 4126992 h 4126992"/>
              <a:gd name="connsiteX11" fmla="*/ 0 w 2645664"/>
              <a:gd name="connsiteY11" fmla="*/ 3968496 h 4126992"/>
              <a:gd name="connsiteX0" fmla="*/ 0 w 2645664"/>
              <a:gd name="connsiteY0" fmla="*/ 3968496 h 4126992"/>
              <a:gd name="connsiteX1" fmla="*/ 45720 w 2645664"/>
              <a:gd name="connsiteY1" fmla="*/ 3812286 h 4126992"/>
              <a:gd name="connsiteX2" fmla="*/ 2334768 w 2645664"/>
              <a:gd name="connsiteY2" fmla="*/ 109728 h 4126992"/>
              <a:gd name="connsiteX3" fmla="*/ 2481072 w 2645664"/>
              <a:gd name="connsiteY3" fmla="*/ 0 h 4126992"/>
              <a:gd name="connsiteX4" fmla="*/ 2645664 w 2645664"/>
              <a:gd name="connsiteY4" fmla="*/ 0 h 4126992"/>
              <a:gd name="connsiteX5" fmla="*/ 2495550 w 2645664"/>
              <a:gd name="connsiteY5" fmla="*/ 89154 h 4126992"/>
              <a:gd name="connsiteX6" fmla="*/ 2019300 w 2645664"/>
              <a:gd name="connsiteY6" fmla="*/ 865632 h 4126992"/>
              <a:gd name="connsiteX7" fmla="*/ 821436 w 2645664"/>
              <a:gd name="connsiteY7" fmla="*/ 2843022 h 4126992"/>
              <a:gd name="connsiteX8" fmla="*/ 256032 w 2645664"/>
              <a:gd name="connsiteY8" fmla="*/ 3749040 h 4126992"/>
              <a:gd name="connsiteX9" fmla="*/ 154686 w 2645664"/>
              <a:gd name="connsiteY9" fmla="*/ 3886200 h 4126992"/>
              <a:gd name="connsiteX10" fmla="*/ 109728 w 2645664"/>
              <a:gd name="connsiteY10" fmla="*/ 4126992 h 4126992"/>
              <a:gd name="connsiteX11" fmla="*/ 0 w 2645664"/>
              <a:gd name="connsiteY11" fmla="*/ 3968496 h 4126992"/>
              <a:gd name="connsiteX0" fmla="*/ 0 w 2645664"/>
              <a:gd name="connsiteY0" fmla="*/ 3968496 h 4126992"/>
              <a:gd name="connsiteX1" fmla="*/ 45720 w 2645664"/>
              <a:gd name="connsiteY1" fmla="*/ 3812286 h 4126992"/>
              <a:gd name="connsiteX2" fmla="*/ 2334768 w 2645664"/>
              <a:gd name="connsiteY2" fmla="*/ 109728 h 4126992"/>
              <a:gd name="connsiteX3" fmla="*/ 2481072 w 2645664"/>
              <a:gd name="connsiteY3" fmla="*/ 0 h 4126992"/>
              <a:gd name="connsiteX4" fmla="*/ 2645664 w 2645664"/>
              <a:gd name="connsiteY4" fmla="*/ 0 h 4126992"/>
              <a:gd name="connsiteX5" fmla="*/ 2495550 w 2645664"/>
              <a:gd name="connsiteY5" fmla="*/ 89154 h 4126992"/>
              <a:gd name="connsiteX6" fmla="*/ 2019300 w 2645664"/>
              <a:gd name="connsiteY6" fmla="*/ 865632 h 4126992"/>
              <a:gd name="connsiteX7" fmla="*/ 821436 w 2645664"/>
              <a:gd name="connsiteY7" fmla="*/ 2843022 h 4126992"/>
              <a:gd name="connsiteX8" fmla="*/ 256032 w 2645664"/>
              <a:gd name="connsiteY8" fmla="*/ 3749040 h 4126992"/>
              <a:gd name="connsiteX9" fmla="*/ 154686 w 2645664"/>
              <a:gd name="connsiteY9" fmla="*/ 3886200 h 4126992"/>
              <a:gd name="connsiteX10" fmla="*/ 109728 w 2645664"/>
              <a:gd name="connsiteY10" fmla="*/ 4126992 h 4126992"/>
              <a:gd name="connsiteX11" fmla="*/ 0 w 2645664"/>
              <a:gd name="connsiteY11" fmla="*/ 3968496 h 4126992"/>
              <a:gd name="connsiteX0" fmla="*/ 0 w 2645664"/>
              <a:gd name="connsiteY0" fmla="*/ 3968496 h 4126992"/>
              <a:gd name="connsiteX1" fmla="*/ 45720 w 2645664"/>
              <a:gd name="connsiteY1" fmla="*/ 3812286 h 4126992"/>
              <a:gd name="connsiteX2" fmla="*/ 2334768 w 2645664"/>
              <a:gd name="connsiteY2" fmla="*/ 109728 h 4126992"/>
              <a:gd name="connsiteX3" fmla="*/ 2481072 w 2645664"/>
              <a:gd name="connsiteY3" fmla="*/ 0 h 4126992"/>
              <a:gd name="connsiteX4" fmla="*/ 2645664 w 2645664"/>
              <a:gd name="connsiteY4" fmla="*/ 0 h 4126992"/>
              <a:gd name="connsiteX5" fmla="*/ 2495550 w 2645664"/>
              <a:gd name="connsiteY5" fmla="*/ 89154 h 4126992"/>
              <a:gd name="connsiteX6" fmla="*/ 2019300 w 2645664"/>
              <a:gd name="connsiteY6" fmla="*/ 865632 h 4126992"/>
              <a:gd name="connsiteX7" fmla="*/ 821436 w 2645664"/>
              <a:gd name="connsiteY7" fmla="*/ 2843022 h 4126992"/>
              <a:gd name="connsiteX8" fmla="*/ 256032 w 2645664"/>
              <a:gd name="connsiteY8" fmla="*/ 3749040 h 4126992"/>
              <a:gd name="connsiteX9" fmla="*/ 154686 w 2645664"/>
              <a:gd name="connsiteY9" fmla="*/ 3886200 h 4126992"/>
              <a:gd name="connsiteX10" fmla="*/ 109728 w 2645664"/>
              <a:gd name="connsiteY10" fmla="*/ 4126992 h 4126992"/>
              <a:gd name="connsiteX11" fmla="*/ 0 w 2645664"/>
              <a:gd name="connsiteY11" fmla="*/ 3968496 h 4126992"/>
              <a:gd name="connsiteX0" fmla="*/ 0 w 2645664"/>
              <a:gd name="connsiteY0" fmla="*/ 3968496 h 4126992"/>
              <a:gd name="connsiteX1" fmla="*/ 45720 w 2645664"/>
              <a:gd name="connsiteY1" fmla="*/ 3812286 h 4126992"/>
              <a:gd name="connsiteX2" fmla="*/ 2334768 w 2645664"/>
              <a:gd name="connsiteY2" fmla="*/ 109728 h 4126992"/>
              <a:gd name="connsiteX3" fmla="*/ 2481072 w 2645664"/>
              <a:gd name="connsiteY3" fmla="*/ 0 h 4126992"/>
              <a:gd name="connsiteX4" fmla="*/ 2645664 w 2645664"/>
              <a:gd name="connsiteY4" fmla="*/ 0 h 4126992"/>
              <a:gd name="connsiteX5" fmla="*/ 2495550 w 2645664"/>
              <a:gd name="connsiteY5" fmla="*/ 89154 h 4126992"/>
              <a:gd name="connsiteX6" fmla="*/ 2019300 w 2645664"/>
              <a:gd name="connsiteY6" fmla="*/ 865632 h 4126992"/>
              <a:gd name="connsiteX7" fmla="*/ 821436 w 2645664"/>
              <a:gd name="connsiteY7" fmla="*/ 2843022 h 4126992"/>
              <a:gd name="connsiteX8" fmla="*/ 256032 w 2645664"/>
              <a:gd name="connsiteY8" fmla="*/ 3749040 h 4126992"/>
              <a:gd name="connsiteX9" fmla="*/ 154686 w 2645664"/>
              <a:gd name="connsiteY9" fmla="*/ 3886200 h 4126992"/>
              <a:gd name="connsiteX10" fmla="*/ 109728 w 2645664"/>
              <a:gd name="connsiteY10" fmla="*/ 4126992 h 4126992"/>
              <a:gd name="connsiteX11" fmla="*/ 0 w 2645664"/>
              <a:gd name="connsiteY11" fmla="*/ 3968496 h 4126992"/>
              <a:gd name="connsiteX0" fmla="*/ 0 w 2645664"/>
              <a:gd name="connsiteY0" fmla="*/ 3968496 h 4146042"/>
              <a:gd name="connsiteX1" fmla="*/ 45720 w 2645664"/>
              <a:gd name="connsiteY1" fmla="*/ 3812286 h 4146042"/>
              <a:gd name="connsiteX2" fmla="*/ 2334768 w 2645664"/>
              <a:gd name="connsiteY2" fmla="*/ 109728 h 4146042"/>
              <a:gd name="connsiteX3" fmla="*/ 2481072 w 2645664"/>
              <a:gd name="connsiteY3" fmla="*/ 0 h 4146042"/>
              <a:gd name="connsiteX4" fmla="*/ 2645664 w 2645664"/>
              <a:gd name="connsiteY4" fmla="*/ 0 h 4146042"/>
              <a:gd name="connsiteX5" fmla="*/ 2495550 w 2645664"/>
              <a:gd name="connsiteY5" fmla="*/ 89154 h 4146042"/>
              <a:gd name="connsiteX6" fmla="*/ 2019300 w 2645664"/>
              <a:gd name="connsiteY6" fmla="*/ 865632 h 4146042"/>
              <a:gd name="connsiteX7" fmla="*/ 821436 w 2645664"/>
              <a:gd name="connsiteY7" fmla="*/ 2843022 h 4146042"/>
              <a:gd name="connsiteX8" fmla="*/ 256032 w 2645664"/>
              <a:gd name="connsiteY8" fmla="*/ 3749040 h 4146042"/>
              <a:gd name="connsiteX9" fmla="*/ 154686 w 2645664"/>
              <a:gd name="connsiteY9" fmla="*/ 3886200 h 4146042"/>
              <a:gd name="connsiteX10" fmla="*/ 100203 w 2645664"/>
              <a:gd name="connsiteY10" fmla="*/ 4146042 h 4146042"/>
              <a:gd name="connsiteX11" fmla="*/ 0 w 2645664"/>
              <a:gd name="connsiteY11" fmla="*/ 3968496 h 4146042"/>
              <a:gd name="connsiteX0" fmla="*/ 0 w 2645664"/>
              <a:gd name="connsiteY0" fmla="*/ 3968496 h 4146042"/>
              <a:gd name="connsiteX1" fmla="*/ 45720 w 2645664"/>
              <a:gd name="connsiteY1" fmla="*/ 3812286 h 4146042"/>
              <a:gd name="connsiteX2" fmla="*/ 2334768 w 2645664"/>
              <a:gd name="connsiteY2" fmla="*/ 109728 h 4146042"/>
              <a:gd name="connsiteX3" fmla="*/ 2481072 w 2645664"/>
              <a:gd name="connsiteY3" fmla="*/ 0 h 4146042"/>
              <a:gd name="connsiteX4" fmla="*/ 2645664 w 2645664"/>
              <a:gd name="connsiteY4" fmla="*/ 0 h 4146042"/>
              <a:gd name="connsiteX5" fmla="*/ 2495550 w 2645664"/>
              <a:gd name="connsiteY5" fmla="*/ 89154 h 4146042"/>
              <a:gd name="connsiteX6" fmla="*/ 2019300 w 2645664"/>
              <a:gd name="connsiteY6" fmla="*/ 865632 h 4146042"/>
              <a:gd name="connsiteX7" fmla="*/ 821436 w 2645664"/>
              <a:gd name="connsiteY7" fmla="*/ 2843022 h 4146042"/>
              <a:gd name="connsiteX8" fmla="*/ 256032 w 2645664"/>
              <a:gd name="connsiteY8" fmla="*/ 3749040 h 4146042"/>
              <a:gd name="connsiteX9" fmla="*/ 154686 w 2645664"/>
              <a:gd name="connsiteY9" fmla="*/ 3886200 h 4146042"/>
              <a:gd name="connsiteX10" fmla="*/ 100203 w 2645664"/>
              <a:gd name="connsiteY10" fmla="*/ 4146042 h 4146042"/>
              <a:gd name="connsiteX11" fmla="*/ 0 w 2645664"/>
              <a:gd name="connsiteY11" fmla="*/ 3968496 h 4146042"/>
              <a:gd name="connsiteX0" fmla="*/ 0 w 2676144"/>
              <a:gd name="connsiteY0" fmla="*/ 3979926 h 4146042"/>
              <a:gd name="connsiteX1" fmla="*/ 76200 w 2676144"/>
              <a:gd name="connsiteY1" fmla="*/ 3812286 h 4146042"/>
              <a:gd name="connsiteX2" fmla="*/ 2365248 w 2676144"/>
              <a:gd name="connsiteY2" fmla="*/ 109728 h 4146042"/>
              <a:gd name="connsiteX3" fmla="*/ 2511552 w 2676144"/>
              <a:gd name="connsiteY3" fmla="*/ 0 h 4146042"/>
              <a:gd name="connsiteX4" fmla="*/ 2676144 w 2676144"/>
              <a:gd name="connsiteY4" fmla="*/ 0 h 4146042"/>
              <a:gd name="connsiteX5" fmla="*/ 2526030 w 2676144"/>
              <a:gd name="connsiteY5" fmla="*/ 89154 h 4146042"/>
              <a:gd name="connsiteX6" fmla="*/ 2049780 w 2676144"/>
              <a:gd name="connsiteY6" fmla="*/ 865632 h 4146042"/>
              <a:gd name="connsiteX7" fmla="*/ 851916 w 2676144"/>
              <a:gd name="connsiteY7" fmla="*/ 2843022 h 4146042"/>
              <a:gd name="connsiteX8" fmla="*/ 286512 w 2676144"/>
              <a:gd name="connsiteY8" fmla="*/ 3749040 h 4146042"/>
              <a:gd name="connsiteX9" fmla="*/ 185166 w 2676144"/>
              <a:gd name="connsiteY9" fmla="*/ 3886200 h 4146042"/>
              <a:gd name="connsiteX10" fmla="*/ 130683 w 2676144"/>
              <a:gd name="connsiteY10" fmla="*/ 4146042 h 4146042"/>
              <a:gd name="connsiteX11" fmla="*/ 0 w 2676144"/>
              <a:gd name="connsiteY11" fmla="*/ 3979926 h 4146042"/>
              <a:gd name="connsiteX0" fmla="*/ 0 w 2676144"/>
              <a:gd name="connsiteY0" fmla="*/ 3979926 h 4146042"/>
              <a:gd name="connsiteX1" fmla="*/ 76200 w 2676144"/>
              <a:gd name="connsiteY1" fmla="*/ 3812286 h 4146042"/>
              <a:gd name="connsiteX2" fmla="*/ 922020 w 2676144"/>
              <a:gd name="connsiteY2" fmla="*/ 2491740 h 4146042"/>
              <a:gd name="connsiteX3" fmla="*/ 2365248 w 2676144"/>
              <a:gd name="connsiteY3" fmla="*/ 109728 h 4146042"/>
              <a:gd name="connsiteX4" fmla="*/ 2511552 w 2676144"/>
              <a:gd name="connsiteY4" fmla="*/ 0 h 4146042"/>
              <a:gd name="connsiteX5" fmla="*/ 2676144 w 2676144"/>
              <a:gd name="connsiteY5" fmla="*/ 0 h 4146042"/>
              <a:gd name="connsiteX6" fmla="*/ 2526030 w 2676144"/>
              <a:gd name="connsiteY6" fmla="*/ 89154 h 4146042"/>
              <a:gd name="connsiteX7" fmla="*/ 2049780 w 2676144"/>
              <a:gd name="connsiteY7" fmla="*/ 865632 h 4146042"/>
              <a:gd name="connsiteX8" fmla="*/ 851916 w 2676144"/>
              <a:gd name="connsiteY8" fmla="*/ 2843022 h 4146042"/>
              <a:gd name="connsiteX9" fmla="*/ 286512 w 2676144"/>
              <a:gd name="connsiteY9" fmla="*/ 3749040 h 4146042"/>
              <a:gd name="connsiteX10" fmla="*/ 185166 w 2676144"/>
              <a:gd name="connsiteY10" fmla="*/ 3886200 h 4146042"/>
              <a:gd name="connsiteX11" fmla="*/ 130683 w 2676144"/>
              <a:gd name="connsiteY11" fmla="*/ 4146042 h 4146042"/>
              <a:gd name="connsiteX12" fmla="*/ 0 w 2676144"/>
              <a:gd name="connsiteY12" fmla="*/ 3979926 h 4146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76144" h="4146042">
                <a:moveTo>
                  <a:pt x="0" y="3979926"/>
                </a:moveTo>
                <a:lnTo>
                  <a:pt x="76200" y="3812286"/>
                </a:lnTo>
                <a:cubicBezTo>
                  <a:pt x="227965" y="3562985"/>
                  <a:pt x="540512" y="3108833"/>
                  <a:pt x="922020" y="2491740"/>
                </a:cubicBezTo>
                <a:cubicBezTo>
                  <a:pt x="1303528" y="1874647"/>
                  <a:pt x="2098421" y="523748"/>
                  <a:pt x="2365248" y="109728"/>
                </a:cubicBezTo>
                <a:lnTo>
                  <a:pt x="2511552" y="0"/>
                </a:lnTo>
                <a:lnTo>
                  <a:pt x="2676144" y="0"/>
                </a:lnTo>
                <a:lnTo>
                  <a:pt x="2526030" y="89154"/>
                </a:lnTo>
                <a:cubicBezTo>
                  <a:pt x="2332990" y="351790"/>
                  <a:pt x="2200910" y="606806"/>
                  <a:pt x="2049780" y="865632"/>
                </a:cubicBezTo>
                <a:cubicBezTo>
                  <a:pt x="1628902" y="1536192"/>
                  <a:pt x="1265174" y="2168652"/>
                  <a:pt x="851916" y="2843022"/>
                </a:cubicBezTo>
                <a:cubicBezTo>
                  <a:pt x="602488" y="3236468"/>
                  <a:pt x="474980" y="3447034"/>
                  <a:pt x="286512" y="3749040"/>
                </a:cubicBezTo>
                <a:lnTo>
                  <a:pt x="185166" y="3886200"/>
                </a:lnTo>
                <a:cubicBezTo>
                  <a:pt x="135890" y="3974084"/>
                  <a:pt x="143764" y="4067683"/>
                  <a:pt x="130683" y="4146042"/>
                </a:cubicBezTo>
                <a:lnTo>
                  <a:pt x="0" y="3979926"/>
                </a:lnTo>
                <a:close/>
              </a:path>
            </a:pathLst>
          </a:cu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9D39B98-A93B-42F9-B0DA-74B0CD5FFEFD}"/>
              </a:ext>
            </a:extLst>
          </p:cNvPr>
          <p:cNvSpPr/>
          <p:nvPr/>
        </p:nvSpPr>
        <p:spPr>
          <a:xfrm>
            <a:off x="3516356" y="1129965"/>
            <a:ext cx="3471946" cy="4740328"/>
          </a:xfrm>
          <a:custGeom>
            <a:avLst/>
            <a:gdLst>
              <a:gd name="connsiteX0" fmla="*/ 594360 w 3429000"/>
              <a:gd name="connsiteY0" fmla="*/ 4564380 h 4564380"/>
              <a:gd name="connsiteX1" fmla="*/ 0 w 3429000"/>
              <a:gd name="connsiteY1" fmla="*/ 3543300 h 4564380"/>
              <a:gd name="connsiteX2" fmla="*/ 723900 w 3429000"/>
              <a:gd name="connsiteY2" fmla="*/ 2179320 h 4564380"/>
              <a:gd name="connsiteX3" fmla="*/ 2156460 w 3429000"/>
              <a:gd name="connsiteY3" fmla="*/ 0 h 4564380"/>
              <a:gd name="connsiteX4" fmla="*/ 3429000 w 3429000"/>
              <a:gd name="connsiteY4" fmla="*/ 15240 h 4564380"/>
              <a:gd name="connsiteX0" fmla="*/ 783336 w 3429000"/>
              <a:gd name="connsiteY0" fmla="*/ 4680204 h 4680204"/>
              <a:gd name="connsiteX1" fmla="*/ 0 w 3429000"/>
              <a:gd name="connsiteY1" fmla="*/ 3543300 h 4680204"/>
              <a:gd name="connsiteX2" fmla="*/ 723900 w 3429000"/>
              <a:gd name="connsiteY2" fmla="*/ 2179320 h 4680204"/>
              <a:gd name="connsiteX3" fmla="*/ 2156460 w 3429000"/>
              <a:gd name="connsiteY3" fmla="*/ 0 h 4680204"/>
              <a:gd name="connsiteX4" fmla="*/ 3429000 w 3429000"/>
              <a:gd name="connsiteY4" fmla="*/ 15240 h 4680204"/>
              <a:gd name="connsiteX0" fmla="*/ 636016 w 3281680"/>
              <a:gd name="connsiteY0" fmla="*/ 4680204 h 4680204"/>
              <a:gd name="connsiteX1" fmla="*/ 0 w 3281680"/>
              <a:gd name="connsiteY1" fmla="*/ 3568700 h 4680204"/>
              <a:gd name="connsiteX2" fmla="*/ 576580 w 3281680"/>
              <a:gd name="connsiteY2" fmla="*/ 2179320 h 4680204"/>
              <a:gd name="connsiteX3" fmla="*/ 2009140 w 3281680"/>
              <a:gd name="connsiteY3" fmla="*/ 0 h 4680204"/>
              <a:gd name="connsiteX4" fmla="*/ 3281680 w 3281680"/>
              <a:gd name="connsiteY4" fmla="*/ 15240 h 4680204"/>
              <a:gd name="connsiteX0" fmla="*/ 696976 w 3281680"/>
              <a:gd name="connsiteY0" fmla="*/ 4746244 h 4746244"/>
              <a:gd name="connsiteX1" fmla="*/ 0 w 3281680"/>
              <a:gd name="connsiteY1" fmla="*/ 3568700 h 4746244"/>
              <a:gd name="connsiteX2" fmla="*/ 576580 w 3281680"/>
              <a:gd name="connsiteY2" fmla="*/ 2179320 h 4746244"/>
              <a:gd name="connsiteX3" fmla="*/ 2009140 w 3281680"/>
              <a:gd name="connsiteY3" fmla="*/ 0 h 4746244"/>
              <a:gd name="connsiteX4" fmla="*/ 3281680 w 3281680"/>
              <a:gd name="connsiteY4" fmla="*/ 15240 h 4746244"/>
              <a:gd name="connsiteX0" fmla="*/ 625856 w 3210560"/>
              <a:gd name="connsiteY0" fmla="*/ 4746244 h 4746244"/>
              <a:gd name="connsiteX1" fmla="*/ 0 w 3210560"/>
              <a:gd name="connsiteY1" fmla="*/ 3713480 h 4746244"/>
              <a:gd name="connsiteX2" fmla="*/ 505460 w 3210560"/>
              <a:gd name="connsiteY2" fmla="*/ 2179320 h 4746244"/>
              <a:gd name="connsiteX3" fmla="*/ 1938020 w 3210560"/>
              <a:gd name="connsiteY3" fmla="*/ 0 h 4746244"/>
              <a:gd name="connsiteX4" fmla="*/ 3210560 w 3210560"/>
              <a:gd name="connsiteY4" fmla="*/ 15240 h 4746244"/>
              <a:gd name="connsiteX0" fmla="*/ 659242 w 3243946"/>
              <a:gd name="connsiteY0" fmla="*/ 4746244 h 4746244"/>
              <a:gd name="connsiteX1" fmla="*/ 33386 w 3243946"/>
              <a:gd name="connsiteY1" fmla="*/ 3713480 h 4746244"/>
              <a:gd name="connsiteX2" fmla="*/ 538846 w 3243946"/>
              <a:gd name="connsiteY2" fmla="*/ 2179320 h 4746244"/>
              <a:gd name="connsiteX3" fmla="*/ 1971406 w 3243946"/>
              <a:gd name="connsiteY3" fmla="*/ 0 h 4746244"/>
              <a:gd name="connsiteX4" fmla="*/ 3243946 w 3243946"/>
              <a:gd name="connsiteY4" fmla="*/ 15240 h 4746244"/>
              <a:gd name="connsiteX0" fmla="*/ 631544 w 3216248"/>
              <a:gd name="connsiteY0" fmla="*/ 4746244 h 4746244"/>
              <a:gd name="connsiteX1" fmla="*/ 5688 w 3216248"/>
              <a:gd name="connsiteY1" fmla="*/ 3713480 h 4746244"/>
              <a:gd name="connsiteX2" fmla="*/ 511148 w 3216248"/>
              <a:gd name="connsiteY2" fmla="*/ 2179320 h 4746244"/>
              <a:gd name="connsiteX3" fmla="*/ 1943708 w 3216248"/>
              <a:gd name="connsiteY3" fmla="*/ 0 h 4746244"/>
              <a:gd name="connsiteX4" fmla="*/ 3216248 w 3216248"/>
              <a:gd name="connsiteY4" fmla="*/ 15240 h 4746244"/>
              <a:gd name="connsiteX0" fmla="*/ 672049 w 3256753"/>
              <a:gd name="connsiteY0" fmla="*/ 4746244 h 4746244"/>
              <a:gd name="connsiteX1" fmla="*/ 46193 w 3256753"/>
              <a:gd name="connsiteY1" fmla="*/ 3713480 h 4746244"/>
              <a:gd name="connsiteX2" fmla="*/ 89881 w 3256753"/>
              <a:gd name="connsiteY2" fmla="*/ 3323493 h 4746244"/>
              <a:gd name="connsiteX3" fmla="*/ 551653 w 3256753"/>
              <a:gd name="connsiteY3" fmla="*/ 2179320 h 4746244"/>
              <a:gd name="connsiteX4" fmla="*/ 1984213 w 3256753"/>
              <a:gd name="connsiteY4" fmla="*/ 0 h 4746244"/>
              <a:gd name="connsiteX5" fmla="*/ 3256753 w 3256753"/>
              <a:gd name="connsiteY5" fmla="*/ 15240 h 4746244"/>
              <a:gd name="connsiteX0" fmla="*/ 674123 w 3258827"/>
              <a:gd name="connsiteY0" fmla="*/ 4746244 h 4746244"/>
              <a:gd name="connsiteX1" fmla="*/ 48267 w 3258827"/>
              <a:gd name="connsiteY1" fmla="*/ 3713480 h 4746244"/>
              <a:gd name="connsiteX2" fmla="*/ 91955 w 3258827"/>
              <a:gd name="connsiteY2" fmla="*/ 3323493 h 4746244"/>
              <a:gd name="connsiteX3" fmla="*/ 553727 w 3258827"/>
              <a:gd name="connsiteY3" fmla="*/ 2179320 h 4746244"/>
              <a:gd name="connsiteX4" fmla="*/ 1986287 w 3258827"/>
              <a:gd name="connsiteY4" fmla="*/ 0 h 4746244"/>
              <a:gd name="connsiteX5" fmla="*/ 3258827 w 3258827"/>
              <a:gd name="connsiteY5" fmla="*/ 15240 h 4746244"/>
              <a:gd name="connsiteX0" fmla="*/ 674123 w 3258827"/>
              <a:gd name="connsiteY0" fmla="*/ 4746244 h 4746244"/>
              <a:gd name="connsiteX1" fmla="*/ 48267 w 3258827"/>
              <a:gd name="connsiteY1" fmla="*/ 3713480 h 4746244"/>
              <a:gd name="connsiteX2" fmla="*/ 91955 w 3258827"/>
              <a:gd name="connsiteY2" fmla="*/ 3323493 h 4746244"/>
              <a:gd name="connsiteX3" fmla="*/ 553727 w 3258827"/>
              <a:gd name="connsiteY3" fmla="*/ 2179320 h 4746244"/>
              <a:gd name="connsiteX4" fmla="*/ 1986287 w 3258827"/>
              <a:gd name="connsiteY4" fmla="*/ 0 h 4746244"/>
              <a:gd name="connsiteX5" fmla="*/ 3258827 w 3258827"/>
              <a:gd name="connsiteY5" fmla="*/ 15240 h 4746244"/>
              <a:gd name="connsiteX0" fmla="*/ 670072 w 3254776"/>
              <a:gd name="connsiteY0" fmla="*/ 4746244 h 4746244"/>
              <a:gd name="connsiteX1" fmla="*/ 44216 w 3254776"/>
              <a:gd name="connsiteY1" fmla="*/ 3713480 h 4746244"/>
              <a:gd name="connsiteX2" fmla="*/ 87904 w 3254776"/>
              <a:gd name="connsiteY2" fmla="*/ 3323493 h 4746244"/>
              <a:gd name="connsiteX3" fmla="*/ 549676 w 3254776"/>
              <a:gd name="connsiteY3" fmla="*/ 2179320 h 4746244"/>
              <a:gd name="connsiteX4" fmla="*/ 1982236 w 3254776"/>
              <a:gd name="connsiteY4" fmla="*/ 0 h 4746244"/>
              <a:gd name="connsiteX5" fmla="*/ 3254776 w 3254776"/>
              <a:gd name="connsiteY5" fmla="*/ 15240 h 4746244"/>
              <a:gd name="connsiteX0" fmla="*/ 670072 w 3254776"/>
              <a:gd name="connsiteY0" fmla="*/ 4746244 h 4746244"/>
              <a:gd name="connsiteX1" fmla="*/ 44216 w 3254776"/>
              <a:gd name="connsiteY1" fmla="*/ 3713480 h 4746244"/>
              <a:gd name="connsiteX2" fmla="*/ 87904 w 3254776"/>
              <a:gd name="connsiteY2" fmla="*/ 3323493 h 4746244"/>
              <a:gd name="connsiteX3" fmla="*/ 846856 w 3254776"/>
              <a:gd name="connsiteY3" fmla="*/ 2133600 h 4746244"/>
              <a:gd name="connsiteX4" fmla="*/ 1982236 w 3254776"/>
              <a:gd name="connsiteY4" fmla="*/ 0 h 4746244"/>
              <a:gd name="connsiteX5" fmla="*/ 3254776 w 3254776"/>
              <a:gd name="connsiteY5" fmla="*/ 15240 h 4746244"/>
              <a:gd name="connsiteX0" fmla="*/ 670072 w 3254776"/>
              <a:gd name="connsiteY0" fmla="*/ 4746244 h 4746244"/>
              <a:gd name="connsiteX1" fmla="*/ 44216 w 3254776"/>
              <a:gd name="connsiteY1" fmla="*/ 3713480 h 4746244"/>
              <a:gd name="connsiteX2" fmla="*/ 87904 w 3254776"/>
              <a:gd name="connsiteY2" fmla="*/ 3323493 h 4746244"/>
              <a:gd name="connsiteX3" fmla="*/ 846856 w 3254776"/>
              <a:gd name="connsiteY3" fmla="*/ 2133600 h 4746244"/>
              <a:gd name="connsiteX4" fmla="*/ 1982236 w 3254776"/>
              <a:gd name="connsiteY4" fmla="*/ 0 h 4746244"/>
              <a:gd name="connsiteX5" fmla="*/ 3254776 w 3254776"/>
              <a:gd name="connsiteY5" fmla="*/ 15240 h 4746244"/>
              <a:gd name="connsiteX0" fmla="*/ 670072 w 3254776"/>
              <a:gd name="connsiteY0" fmla="*/ 4746244 h 4746244"/>
              <a:gd name="connsiteX1" fmla="*/ 44216 w 3254776"/>
              <a:gd name="connsiteY1" fmla="*/ 3713480 h 4746244"/>
              <a:gd name="connsiteX2" fmla="*/ 87904 w 3254776"/>
              <a:gd name="connsiteY2" fmla="*/ 3323493 h 4746244"/>
              <a:gd name="connsiteX3" fmla="*/ 846856 w 3254776"/>
              <a:gd name="connsiteY3" fmla="*/ 2133600 h 4746244"/>
              <a:gd name="connsiteX4" fmla="*/ 1982236 w 3254776"/>
              <a:gd name="connsiteY4" fmla="*/ 0 h 4746244"/>
              <a:gd name="connsiteX5" fmla="*/ 3254776 w 3254776"/>
              <a:gd name="connsiteY5" fmla="*/ 15240 h 4746244"/>
              <a:gd name="connsiteX0" fmla="*/ 670072 w 3254776"/>
              <a:gd name="connsiteY0" fmla="*/ 4731004 h 4731004"/>
              <a:gd name="connsiteX1" fmla="*/ 44216 w 3254776"/>
              <a:gd name="connsiteY1" fmla="*/ 3698240 h 4731004"/>
              <a:gd name="connsiteX2" fmla="*/ 87904 w 3254776"/>
              <a:gd name="connsiteY2" fmla="*/ 3308253 h 4731004"/>
              <a:gd name="connsiteX3" fmla="*/ 846856 w 3254776"/>
              <a:gd name="connsiteY3" fmla="*/ 2118360 h 4731004"/>
              <a:gd name="connsiteX4" fmla="*/ 2012716 w 3254776"/>
              <a:gd name="connsiteY4" fmla="*/ 175260 h 4731004"/>
              <a:gd name="connsiteX5" fmla="*/ 3254776 w 3254776"/>
              <a:gd name="connsiteY5" fmla="*/ 0 h 4731004"/>
              <a:gd name="connsiteX0" fmla="*/ 670072 w 3254776"/>
              <a:gd name="connsiteY0" fmla="*/ 4731004 h 4731004"/>
              <a:gd name="connsiteX1" fmla="*/ 44216 w 3254776"/>
              <a:gd name="connsiteY1" fmla="*/ 3698240 h 4731004"/>
              <a:gd name="connsiteX2" fmla="*/ 87904 w 3254776"/>
              <a:gd name="connsiteY2" fmla="*/ 3308253 h 4731004"/>
              <a:gd name="connsiteX3" fmla="*/ 846856 w 3254776"/>
              <a:gd name="connsiteY3" fmla="*/ 2118360 h 4731004"/>
              <a:gd name="connsiteX4" fmla="*/ 2012716 w 3254776"/>
              <a:gd name="connsiteY4" fmla="*/ 175260 h 4731004"/>
              <a:gd name="connsiteX5" fmla="*/ 3254776 w 3254776"/>
              <a:gd name="connsiteY5" fmla="*/ 0 h 4731004"/>
              <a:gd name="connsiteX0" fmla="*/ 670072 w 3254776"/>
              <a:gd name="connsiteY0" fmla="*/ 4731004 h 4731004"/>
              <a:gd name="connsiteX1" fmla="*/ 44216 w 3254776"/>
              <a:gd name="connsiteY1" fmla="*/ 3698240 h 4731004"/>
              <a:gd name="connsiteX2" fmla="*/ 87904 w 3254776"/>
              <a:gd name="connsiteY2" fmla="*/ 3308253 h 4731004"/>
              <a:gd name="connsiteX3" fmla="*/ 846856 w 3254776"/>
              <a:gd name="connsiteY3" fmla="*/ 2118360 h 4731004"/>
              <a:gd name="connsiteX4" fmla="*/ 2012716 w 3254776"/>
              <a:gd name="connsiteY4" fmla="*/ 175260 h 4731004"/>
              <a:gd name="connsiteX5" fmla="*/ 3254776 w 3254776"/>
              <a:gd name="connsiteY5" fmla="*/ 0 h 4731004"/>
              <a:gd name="connsiteX0" fmla="*/ 670072 w 3254776"/>
              <a:gd name="connsiteY0" fmla="*/ 4744332 h 4744332"/>
              <a:gd name="connsiteX1" fmla="*/ 44216 w 3254776"/>
              <a:gd name="connsiteY1" fmla="*/ 3711568 h 4744332"/>
              <a:gd name="connsiteX2" fmla="*/ 87904 w 3254776"/>
              <a:gd name="connsiteY2" fmla="*/ 3321581 h 4744332"/>
              <a:gd name="connsiteX3" fmla="*/ 846856 w 3254776"/>
              <a:gd name="connsiteY3" fmla="*/ 2131688 h 4744332"/>
              <a:gd name="connsiteX4" fmla="*/ 2012716 w 3254776"/>
              <a:gd name="connsiteY4" fmla="*/ 188588 h 4744332"/>
              <a:gd name="connsiteX5" fmla="*/ 2187214 w 3254776"/>
              <a:gd name="connsiteY5" fmla="*/ 39901 h 4744332"/>
              <a:gd name="connsiteX6" fmla="*/ 3254776 w 3254776"/>
              <a:gd name="connsiteY6" fmla="*/ 13328 h 4744332"/>
              <a:gd name="connsiteX0" fmla="*/ 670072 w 3254776"/>
              <a:gd name="connsiteY0" fmla="*/ 4749386 h 4749386"/>
              <a:gd name="connsiteX1" fmla="*/ 44216 w 3254776"/>
              <a:gd name="connsiteY1" fmla="*/ 3716622 h 4749386"/>
              <a:gd name="connsiteX2" fmla="*/ 87904 w 3254776"/>
              <a:gd name="connsiteY2" fmla="*/ 3326635 h 4749386"/>
              <a:gd name="connsiteX3" fmla="*/ 846856 w 3254776"/>
              <a:gd name="connsiteY3" fmla="*/ 2136742 h 4749386"/>
              <a:gd name="connsiteX4" fmla="*/ 2012716 w 3254776"/>
              <a:gd name="connsiteY4" fmla="*/ 193642 h 4749386"/>
              <a:gd name="connsiteX5" fmla="*/ 2231029 w 3254776"/>
              <a:gd name="connsiteY5" fmla="*/ 33525 h 4749386"/>
              <a:gd name="connsiteX6" fmla="*/ 3254776 w 3254776"/>
              <a:gd name="connsiteY6" fmla="*/ 18382 h 4749386"/>
              <a:gd name="connsiteX0" fmla="*/ 670072 w 3254776"/>
              <a:gd name="connsiteY0" fmla="*/ 4731004 h 4731004"/>
              <a:gd name="connsiteX1" fmla="*/ 44216 w 3254776"/>
              <a:gd name="connsiteY1" fmla="*/ 3698240 h 4731004"/>
              <a:gd name="connsiteX2" fmla="*/ 87904 w 3254776"/>
              <a:gd name="connsiteY2" fmla="*/ 3308253 h 4731004"/>
              <a:gd name="connsiteX3" fmla="*/ 846856 w 3254776"/>
              <a:gd name="connsiteY3" fmla="*/ 2118360 h 4731004"/>
              <a:gd name="connsiteX4" fmla="*/ 2012716 w 3254776"/>
              <a:gd name="connsiteY4" fmla="*/ 175260 h 4731004"/>
              <a:gd name="connsiteX5" fmla="*/ 2231029 w 3254776"/>
              <a:gd name="connsiteY5" fmla="*/ 15143 h 4731004"/>
              <a:gd name="connsiteX6" fmla="*/ 3254776 w 3254776"/>
              <a:gd name="connsiteY6" fmla="*/ 0 h 4731004"/>
              <a:gd name="connsiteX0" fmla="*/ 670072 w 3254776"/>
              <a:gd name="connsiteY0" fmla="*/ 4731004 h 4731004"/>
              <a:gd name="connsiteX1" fmla="*/ 44216 w 3254776"/>
              <a:gd name="connsiteY1" fmla="*/ 3698240 h 4731004"/>
              <a:gd name="connsiteX2" fmla="*/ 87904 w 3254776"/>
              <a:gd name="connsiteY2" fmla="*/ 3308253 h 4731004"/>
              <a:gd name="connsiteX3" fmla="*/ 846856 w 3254776"/>
              <a:gd name="connsiteY3" fmla="*/ 2118360 h 4731004"/>
              <a:gd name="connsiteX4" fmla="*/ 2012716 w 3254776"/>
              <a:gd name="connsiteY4" fmla="*/ 175260 h 4731004"/>
              <a:gd name="connsiteX5" fmla="*/ 2231029 w 3254776"/>
              <a:gd name="connsiteY5" fmla="*/ 15143 h 4731004"/>
              <a:gd name="connsiteX6" fmla="*/ 3254776 w 3254776"/>
              <a:gd name="connsiteY6" fmla="*/ 0 h 4731004"/>
              <a:gd name="connsiteX0" fmla="*/ 670072 w 3254776"/>
              <a:gd name="connsiteY0" fmla="*/ 4731004 h 4731004"/>
              <a:gd name="connsiteX1" fmla="*/ 44216 w 3254776"/>
              <a:gd name="connsiteY1" fmla="*/ 3698240 h 4731004"/>
              <a:gd name="connsiteX2" fmla="*/ 87904 w 3254776"/>
              <a:gd name="connsiteY2" fmla="*/ 3308253 h 4731004"/>
              <a:gd name="connsiteX3" fmla="*/ 846856 w 3254776"/>
              <a:gd name="connsiteY3" fmla="*/ 2118360 h 4731004"/>
              <a:gd name="connsiteX4" fmla="*/ 2012716 w 3254776"/>
              <a:gd name="connsiteY4" fmla="*/ 175260 h 4731004"/>
              <a:gd name="connsiteX5" fmla="*/ 2231029 w 3254776"/>
              <a:gd name="connsiteY5" fmla="*/ 15143 h 4731004"/>
              <a:gd name="connsiteX6" fmla="*/ 3254776 w 3254776"/>
              <a:gd name="connsiteY6" fmla="*/ 0 h 4731004"/>
              <a:gd name="connsiteX0" fmla="*/ 670072 w 3254776"/>
              <a:gd name="connsiteY0" fmla="*/ 4737154 h 4737154"/>
              <a:gd name="connsiteX1" fmla="*/ 44216 w 3254776"/>
              <a:gd name="connsiteY1" fmla="*/ 3704390 h 4737154"/>
              <a:gd name="connsiteX2" fmla="*/ 87904 w 3254776"/>
              <a:gd name="connsiteY2" fmla="*/ 3314403 h 4737154"/>
              <a:gd name="connsiteX3" fmla="*/ 846856 w 3254776"/>
              <a:gd name="connsiteY3" fmla="*/ 2124510 h 4737154"/>
              <a:gd name="connsiteX4" fmla="*/ 2012716 w 3254776"/>
              <a:gd name="connsiteY4" fmla="*/ 181410 h 4737154"/>
              <a:gd name="connsiteX5" fmla="*/ 2231029 w 3254776"/>
              <a:gd name="connsiteY5" fmla="*/ 21293 h 4737154"/>
              <a:gd name="connsiteX6" fmla="*/ 3254776 w 3254776"/>
              <a:gd name="connsiteY6" fmla="*/ 6150 h 4737154"/>
              <a:gd name="connsiteX0" fmla="*/ 670072 w 3254776"/>
              <a:gd name="connsiteY0" fmla="*/ 4747631 h 4747631"/>
              <a:gd name="connsiteX1" fmla="*/ 44216 w 3254776"/>
              <a:gd name="connsiteY1" fmla="*/ 3714867 h 4747631"/>
              <a:gd name="connsiteX2" fmla="*/ 87904 w 3254776"/>
              <a:gd name="connsiteY2" fmla="*/ 3324880 h 4747631"/>
              <a:gd name="connsiteX3" fmla="*/ 846856 w 3254776"/>
              <a:gd name="connsiteY3" fmla="*/ 2134987 h 4747631"/>
              <a:gd name="connsiteX4" fmla="*/ 2012716 w 3254776"/>
              <a:gd name="connsiteY4" fmla="*/ 191887 h 4747631"/>
              <a:gd name="connsiteX5" fmla="*/ 2231029 w 3254776"/>
              <a:gd name="connsiteY5" fmla="*/ 18435 h 4747631"/>
              <a:gd name="connsiteX6" fmla="*/ 3254776 w 3254776"/>
              <a:gd name="connsiteY6" fmla="*/ 16627 h 4747631"/>
              <a:gd name="connsiteX0" fmla="*/ 670072 w 3254776"/>
              <a:gd name="connsiteY0" fmla="*/ 4738596 h 4738596"/>
              <a:gd name="connsiteX1" fmla="*/ 44216 w 3254776"/>
              <a:gd name="connsiteY1" fmla="*/ 3705832 h 4738596"/>
              <a:gd name="connsiteX2" fmla="*/ 87904 w 3254776"/>
              <a:gd name="connsiteY2" fmla="*/ 3315845 h 4738596"/>
              <a:gd name="connsiteX3" fmla="*/ 846856 w 3254776"/>
              <a:gd name="connsiteY3" fmla="*/ 2125952 h 4738596"/>
              <a:gd name="connsiteX4" fmla="*/ 2012716 w 3254776"/>
              <a:gd name="connsiteY4" fmla="*/ 182852 h 4738596"/>
              <a:gd name="connsiteX5" fmla="*/ 2215789 w 3254776"/>
              <a:gd name="connsiteY5" fmla="*/ 20830 h 4738596"/>
              <a:gd name="connsiteX6" fmla="*/ 3254776 w 3254776"/>
              <a:gd name="connsiteY6" fmla="*/ 7592 h 4738596"/>
              <a:gd name="connsiteX0" fmla="*/ 670072 w 3395746"/>
              <a:gd name="connsiteY0" fmla="*/ 4734040 h 4734040"/>
              <a:gd name="connsiteX1" fmla="*/ 44216 w 3395746"/>
              <a:gd name="connsiteY1" fmla="*/ 3701276 h 4734040"/>
              <a:gd name="connsiteX2" fmla="*/ 87904 w 3395746"/>
              <a:gd name="connsiteY2" fmla="*/ 3311289 h 4734040"/>
              <a:gd name="connsiteX3" fmla="*/ 846856 w 3395746"/>
              <a:gd name="connsiteY3" fmla="*/ 2121396 h 4734040"/>
              <a:gd name="connsiteX4" fmla="*/ 2012716 w 3395746"/>
              <a:gd name="connsiteY4" fmla="*/ 178296 h 4734040"/>
              <a:gd name="connsiteX5" fmla="*/ 2215789 w 3395746"/>
              <a:gd name="connsiteY5" fmla="*/ 16274 h 4734040"/>
              <a:gd name="connsiteX6" fmla="*/ 3395746 w 3395746"/>
              <a:gd name="connsiteY6" fmla="*/ 27801 h 4734040"/>
              <a:gd name="connsiteX0" fmla="*/ 670072 w 3395746"/>
              <a:gd name="connsiteY0" fmla="*/ 4738242 h 4738242"/>
              <a:gd name="connsiteX1" fmla="*/ 44216 w 3395746"/>
              <a:gd name="connsiteY1" fmla="*/ 3705478 h 4738242"/>
              <a:gd name="connsiteX2" fmla="*/ 87904 w 3395746"/>
              <a:gd name="connsiteY2" fmla="*/ 3315491 h 4738242"/>
              <a:gd name="connsiteX3" fmla="*/ 846856 w 3395746"/>
              <a:gd name="connsiteY3" fmla="*/ 2125598 h 4738242"/>
              <a:gd name="connsiteX4" fmla="*/ 2012716 w 3395746"/>
              <a:gd name="connsiteY4" fmla="*/ 182498 h 4738242"/>
              <a:gd name="connsiteX5" fmla="*/ 2215789 w 3395746"/>
              <a:gd name="connsiteY5" fmla="*/ 20476 h 4738242"/>
              <a:gd name="connsiteX6" fmla="*/ 3395746 w 3395746"/>
              <a:gd name="connsiteY6" fmla="*/ 32003 h 4738242"/>
              <a:gd name="connsiteX0" fmla="*/ 670072 w 3456706"/>
              <a:gd name="connsiteY0" fmla="*/ 4738242 h 4738242"/>
              <a:gd name="connsiteX1" fmla="*/ 44216 w 3456706"/>
              <a:gd name="connsiteY1" fmla="*/ 3705478 h 4738242"/>
              <a:gd name="connsiteX2" fmla="*/ 87904 w 3456706"/>
              <a:gd name="connsiteY2" fmla="*/ 3315491 h 4738242"/>
              <a:gd name="connsiteX3" fmla="*/ 846856 w 3456706"/>
              <a:gd name="connsiteY3" fmla="*/ 2125598 h 4738242"/>
              <a:gd name="connsiteX4" fmla="*/ 2012716 w 3456706"/>
              <a:gd name="connsiteY4" fmla="*/ 182498 h 4738242"/>
              <a:gd name="connsiteX5" fmla="*/ 2215789 w 3456706"/>
              <a:gd name="connsiteY5" fmla="*/ 20476 h 4738242"/>
              <a:gd name="connsiteX6" fmla="*/ 3456706 w 3456706"/>
              <a:gd name="connsiteY6" fmla="*/ 32003 h 4738242"/>
              <a:gd name="connsiteX0" fmla="*/ 670072 w 3586246"/>
              <a:gd name="connsiteY0" fmla="*/ 4728540 h 4728540"/>
              <a:gd name="connsiteX1" fmla="*/ 44216 w 3586246"/>
              <a:gd name="connsiteY1" fmla="*/ 3695776 h 4728540"/>
              <a:gd name="connsiteX2" fmla="*/ 87904 w 3586246"/>
              <a:gd name="connsiteY2" fmla="*/ 3305789 h 4728540"/>
              <a:gd name="connsiteX3" fmla="*/ 846856 w 3586246"/>
              <a:gd name="connsiteY3" fmla="*/ 2115896 h 4728540"/>
              <a:gd name="connsiteX4" fmla="*/ 2012716 w 3586246"/>
              <a:gd name="connsiteY4" fmla="*/ 172796 h 4728540"/>
              <a:gd name="connsiteX5" fmla="*/ 2215789 w 3586246"/>
              <a:gd name="connsiteY5" fmla="*/ 10774 h 4728540"/>
              <a:gd name="connsiteX6" fmla="*/ 3586246 w 3586246"/>
              <a:gd name="connsiteY6" fmla="*/ 106121 h 4728540"/>
              <a:gd name="connsiteX0" fmla="*/ 670072 w 3586246"/>
              <a:gd name="connsiteY0" fmla="*/ 4752149 h 4752149"/>
              <a:gd name="connsiteX1" fmla="*/ 44216 w 3586246"/>
              <a:gd name="connsiteY1" fmla="*/ 3719385 h 4752149"/>
              <a:gd name="connsiteX2" fmla="*/ 87904 w 3586246"/>
              <a:gd name="connsiteY2" fmla="*/ 3329398 h 4752149"/>
              <a:gd name="connsiteX3" fmla="*/ 846856 w 3586246"/>
              <a:gd name="connsiteY3" fmla="*/ 2139505 h 4752149"/>
              <a:gd name="connsiteX4" fmla="*/ 2012716 w 3586246"/>
              <a:gd name="connsiteY4" fmla="*/ 196405 h 4752149"/>
              <a:gd name="connsiteX5" fmla="*/ 2215789 w 3586246"/>
              <a:gd name="connsiteY5" fmla="*/ 34383 h 4752149"/>
              <a:gd name="connsiteX6" fmla="*/ 3586246 w 3586246"/>
              <a:gd name="connsiteY6" fmla="*/ 129730 h 4752149"/>
              <a:gd name="connsiteX0" fmla="*/ 670072 w 3658636"/>
              <a:gd name="connsiteY0" fmla="*/ 4730858 h 4730858"/>
              <a:gd name="connsiteX1" fmla="*/ 44216 w 3658636"/>
              <a:gd name="connsiteY1" fmla="*/ 3698094 h 4730858"/>
              <a:gd name="connsiteX2" fmla="*/ 87904 w 3658636"/>
              <a:gd name="connsiteY2" fmla="*/ 3308107 h 4730858"/>
              <a:gd name="connsiteX3" fmla="*/ 846856 w 3658636"/>
              <a:gd name="connsiteY3" fmla="*/ 2118214 h 4730858"/>
              <a:gd name="connsiteX4" fmla="*/ 2012716 w 3658636"/>
              <a:gd name="connsiteY4" fmla="*/ 175114 h 4730858"/>
              <a:gd name="connsiteX5" fmla="*/ 2215789 w 3658636"/>
              <a:gd name="connsiteY5" fmla="*/ 13092 h 4730858"/>
              <a:gd name="connsiteX6" fmla="*/ 3658636 w 3658636"/>
              <a:gd name="connsiteY6" fmla="*/ 222739 h 4730858"/>
              <a:gd name="connsiteX0" fmla="*/ 670072 w 3658636"/>
              <a:gd name="connsiteY0" fmla="*/ 4779165 h 4779165"/>
              <a:gd name="connsiteX1" fmla="*/ 44216 w 3658636"/>
              <a:gd name="connsiteY1" fmla="*/ 3746401 h 4779165"/>
              <a:gd name="connsiteX2" fmla="*/ 87904 w 3658636"/>
              <a:gd name="connsiteY2" fmla="*/ 3356414 h 4779165"/>
              <a:gd name="connsiteX3" fmla="*/ 846856 w 3658636"/>
              <a:gd name="connsiteY3" fmla="*/ 2166521 h 4779165"/>
              <a:gd name="connsiteX4" fmla="*/ 2012716 w 3658636"/>
              <a:gd name="connsiteY4" fmla="*/ 223421 h 4779165"/>
              <a:gd name="connsiteX5" fmla="*/ 2215789 w 3658636"/>
              <a:gd name="connsiteY5" fmla="*/ 61399 h 4779165"/>
              <a:gd name="connsiteX6" fmla="*/ 3658636 w 3658636"/>
              <a:gd name="connsiteY6" fmla="*/ 271046 h 4779165"/>
              <a:gd name="connsiteX0" fmla="*/ 670072 w 3711976"/>
              <a:gd name="connsiteY0" fmla="*/ 4774414 h 4774414"/>
              <a:gd name="connsiteX1" fmla="*/ 44216 w 3711976"/>
              <a:gd name="connsiteY1" fmla="*/ 3741650 h 4774414"/>
              <a:gd name="connsiteX2" fmla="*/ 87904 w 3711976"/>
              <a:gd name="connsiteY2" fmla="*/ 3351663 h 4774414"/>
              <a:gd name="connsiteX3" fmla="*/ 846856 w 3711976"/>
              <a:gd name="connsiteY3" fmla="*/ 2161770 h 4774414"/>
              <a:gd name="connsiteX4" fmla="*/ 2012716 w 3711976"/>
              <a:gd name="connsiteY4" fmla="*/ 218670 h 4774414"/>
              <a:gd name="connsiteX5" fmla="*/ 2215789 w 3711976"/>
              <a:gd name="connsiteY5" fmla="*/ 56648 h 4774414"/>
              <a:gd name="connsiteX6" fmla="*/ 3711976 w 3711976"/>
              <a:gd name="connsiteY6" fmla="*/ 277725 h 4774414"/>
              <a:gd name="connsiteX0" fmla="*/ 670072 w 3601486"/>
              <a:gd name="connsiteY0" fmla="*/ 4825565 h 4825565"/>
              <a:gd name="connsiteX1" fmla="*/ 44216 w 3601486"/>
              <a:gd name="connsiteY1" fmla="*/ 3792801 h 4825565"/>
              <a:gd name="connsiteX2" fmla="*/ 87904 w 3601486"/>
              <a:gd name="connsiteY2" fmla="*/ 3402814 h 4825565"/>
              <a:gd name="connsiteX3" fmla="*/ 846856 w 3601486"/>
              <a:gd name="connsiteY3" fmla="*/ 2212921 h 4825565"/>
              <a:gd name="connsiteX4" fmla="*/ 2012716 w 3601486"/>
              <a:gd name="connsiteY4" fmla="*/ 269821 h 4825565"/>
              <a:gd name="connsiteX5" fmla="*/ 2215789 w 3601486"/>
              <a:gd name="connsiteY5" fmla="*/ 107799 h 4825565"/>
              <a:gd name="connsiteX6" fmla="*/ 3601486 w 3601486"/>
              <a:gd name="connsiteY6" fmla="*/ 226006 h 4825565"/>
              <a:gd name="connsiteX0" fmla="*/ 670072 w 3601486"/>
              <a:gd name="connsiteY0" fmla="*/ 4736633 h 4736633"/>
              <a:gd name="connsiteX1" fmla="*/ 44216 w 3601486"/>
              <a:gd name="connsiteY1" fmla="*/ 3703869 h 4736633"/>
              <a:gd name="connsiteX2" fmla="*/ 87904 w 3601486"/>
              <a:gd name="connsiteY2" fmla="*/ 3313882 h 4736633"/>
              <a:gd name="connsiteX3" fmla="*/ 846856 w 3601486"/>
              <a:gd name="connsiteY3" fmla="*/ 2123989 h 4736633"/>
              <a:gd name="connsiteX4" fmla="*/ 2012716 w 3601486"/>
              <a:gd name="connsiteY4" fmla="*/ 180889 h 4736633"/>
              <a:gd name="connsiteX5" fmla="*/ 2215789 w 3601486"/>
              <a:gd name="connsiteY5" fmla="*/ 18867 h 4736633"/>
              <a:gd name="connsiteX6" fmla="*/ 3601486 w 3601486"/>
              <a:gd name="connsiteY6" fmla="*/ 137074 h 4736633"/>
              <a:gd name="connsiteX0" fmla="*/ 670072 w 3521476"/>
              <a:gd name="connsiteY0" fmla="*/ 4758893 h 4758893"/>
              <a:gd name="connsiteX1" fmla="*/ 44216 w 3521476"/>
              <a:gd name="connsiteY1" fmla="*/ 3726129 h 4758893"/>
              <a:gd name="connsiteX2" fmla="*/ 87904 w 3521476"/>
              <a:gd name="connsiteY2" fmla="*/ 3336142 h 4758893"/>
              <a:gd name="connsiteX3" fmla="*/ 846856 w 3521476"/>
              <a:gd name="connsiteY3" fmla="*/ 2146249 h 4758893"/>
              <a:gd name="connsiteX4" fmla="*/ 2012716 w 3521476"/>
              <a:gd name="connsiteY4" fmla="*/ 203149 h 4758893"/>
              <a:gd name="connsiteX5" fmla="*/ 2215789 w 3521476"/>
              <a:gd name="connsiteY5" fmla="*/ 41127 h 4758893"/>
              <a:gd name="connsiteX6" fmla="*/ 3521476 w 3521476"/>
              <a:gd name="connsiteY6" fmla="*/ 83134 h 4758893"/>
              <a:gd name="connsiteX0" fmla="*/ 670072 w 3521476"/>
              <a:gd name="connsiteY0" fmla="*/ 4735682 h 4735682"/>
              <a:gd name="connsiteX1" fmla="*/ 44216 w 3521476"/>
              <a:gd name="connsiteY1" fmla="*/ 3702918 h 4735682"/>
              <a:gd name="connsiteX2" fmla="*/ 87904 w 3521476"/>
              <a:gd name="connsiteY2" fmla="*/ 3312931 h 4735682"/>
              <a:gd name="connsiteX3" fmla="*/ 846856 w 3521476"/>
              <a:gd name="connsiteY3" fmla="*/ 2123038 h 4735682"/>
              <a:gd name="connsiteX4" fmla="*/ 2012716 w 3521476"/>
              <a:gd name="connsiteY4" fmla="*/ 179938 h 4735682"/>
              <a:gd name="connsiteX5" fmla="*/ 2215789 w 3521476"/>
              <a:gd name="connsiteY5" fmla="*/ 17916 h 4735682"/>
              <a:gd name="connsiteX6" fmla="*/ 3521476 w 3521476"/>
              <a:gd name="connsiteY6" fmla="*/ 59923 h 4735682"/>
              <a:gd name="connsiteX0" fmla="*/ 670072 w 3502426"/>
              <a:gd name="connsiteY0" fmla="*/ 4746210 h 4746210"/>
              <a:gd name="connsiteX1" fmla="*/ 44216 w 3502426"/>
              <a:gd name="connsiteY1" fmla="*/ 3713446 h 4746210"/>
              <a:gd name="connsiteX2" fmla="*/ 87904 w 3502426"/>
              <a:gd name="connsiteY2" fmla="*/ 3323459 h 4746210"/>
              <a:gd name="connsiteX3" fmla="*/ 846856 w 3502426"/>
              <a:gd name="connsiteY3" fmla="*/ 2133566 h 4746210"/>
              <a:gd name="connsiteX4" fmla="*/ 2012716 w 3502426"/>
              <a:gd name="connsiteY4" fmla="*/ 190466 h 4746210"/>
              <a:gd name="connsiteX5" fmla="*/ 2215789 w 3502426"/>
              <a:gd name="connsiteY5" fmla="*/ 28444 h 4746210"/>
              <a:gd name="connsiteX6" fmla="*/ 3502426 w 3502426"/>
              <a:gd name="connsiteY6" fmla="*/ 28541 h 4746210"/>
              <a:gd name="connsiteX0" fmla="*/ 670072 w 3494806"/>
              <a:gd name="connsiteY0" fmla="*/ 4736666 h 4736666"/>
              <a:gd name="connsiteX1" fmla="*/ 44216 w 3494806"/>
              <a:gd name="connsiteY1" fmla="*/ 3703902 h 4736666"/>
              <a:gd name="connsiteX2" fmla="*/ 87904 w 3494806"/>
              <a:gd name="connsiteY2" fmla="*/ 3313915 h 4736666"/>
              <a:gd name="connsiteX3" fmla="*/ 846856 w 3494806"/>
              <a:gd name="connsiteY3" fmla="*/ 2124022 h 4736666"/>
              <a:gd name="connsiteX4" fmla="*/ 2012716 w 3494806"/>
              <a:gd name="connsiteY4" fmla="*/ 180922 h 4736666"/>
              <a:gd name="connsiteX5" fmla="*/ 2215789 w 3494806"/>
              <a:gd name="connsiteY5" fmla="*/ 18900 h 4736666"/>
              <a:gd name="connsiteX6" fmla="*/ 3494806 w 3494806"/>
              <a:gd name="connsiteY6" fmla="*/ 55192 h 4736666"/>
              <a:gd name="connsiteX0" fmla="*/ 670072 w 3494806"/>
              <a:gd name="connsiteY0" fmla="*/ 4740328 h 4740328"/>
              <a:gd name="connsiteX1" fmla="*/ 44216 w 3494806"/>
              <a:gd name="connsiteY1" fmla="*/ 3707564 h 4740328"/>
              <a:gd name="connsiteX2" fmla="*/ 87904 w 3494806"/>
              <a:gd name="connsiteY2" fmla="*/ 3317577 h 4740328"/>
              <a:gd name="connsiteX3" fmla="*/ 846856 w 3494806"/>
              <a:gd name="connsiteY3" fmla="*/ 2127684 h 4740328"/>
              <a:gd name="connsiteX4" fmla="*/ 2012716 w 3494806"/>
              <a:gd name="connsiteY4" fmla="*/ 184584 h 4740328"/>
              <a:gd name="connsiteX5" fmla="*/ 2215789 w 3494806"/>
              <a:gd name="connsiteY5" fmla="*/ 22562 h 4740328"/>
              <a:gd name="connsiteX6" fmla="*/ 3494806 w 3494806"/>
              <a:gd name="connsiteY6" fmla="*/ 41709 h 4740328"/>
              <a:gd name="connsiteX0" fmla="*/ 670072 w 3510046"/>
              <a:gd name="connsiteY0" fmla="*/ 4738551 h 4738551"/>
              <a:gd name="connsiteX1" fmla="*/ 44216 w 3510046"/>
              <a:gd name="connsiteY1" fmla="*/ 3705787 h 4738551"/>
              <a:gd name="connsiteX2" fmla="*/ 87904 w 3510046"/>
              <a:gd name="connsiteY2" fmla="*/ 3315800 h 4738551"/>
              <a:gd name="connsiteX3" fmla="*/ 846856 w 3510046"/>
              <a:gd name="connsiteY3" fmla="*/ 2125907 h 4738551"/>
              <a:gd name="connsiteX4" fmla="*/ 2012716 w 3510046"/>
              <a:gd name="connsiteY4" fmla="*/ 182807 h 4738551"/>
              <a:gd name="connsiteX5" fmla="*/ 2215789 w 3510046"/>
              <a:gd name="connsiteY5" fmla="*/ 20785 h 4738551"/>
              <a:gd name="connsiteX6" fmla="*/ 3510046 w 3510046"/>
              <a:gd name="connsiteY6" fmla="*/ 47552 h 4738551"/>
              <a:gd name="connsiteX0" fmla="*/ 670072 w 3449086"/>
              <a:gd name="connsiteY0" fmla="*/ 4743569 h 4743569"/>
              <a:gd name="connsiteX1" fmla="*/ 44216 w 3449086"/>
              <a:gd name="connsiteY1" fmla="*/ 3710805 h 4743569"/>
              <a:gd name="connsiteX2" fmla="*/ 87904 w 3449086"/>
              <a:gd name="connsiteY2" fmla="*/ 3320818 h 4743569"/>
              <a:gd name="connsiteX3" fmla="*/ 846856 w 3449086"/>
              <a:gd name="connsiteY3" fmla="*/ 2130925 h 4743569"/>
              <a:gd name="connsiteX4" fmla="*/ 2012716 w 3449086"/>
              <a:gd name="connsiteY4" fmla="*/ 187825 h 4743569"/>
              <a:gd name="connsiteX5" fmla="*/ 2215789 w 3449086"/>
              <a:gd name="connsiteY5" fmla="*/ 25803 h 4743569"/>
              <a:gd name="connsiteX6" fmla="*/ 3449086 w 3449086"/>
              <a:gd name="connsiteY6" fmla="*/ 33520 h 4743569"/>
              <a:gd name="connsiteX0" fmla="*/ 670072 w 3449086"/>
              <a:gd name="connsiteY0" fmla="*/ 4735682 h 4735682"/>
              <a:gd name="connsiteX1" fmla="*/ 44216 w 3449086"/>
              <a:gd name="connsiteY1" fmla="*/ 3702918 h 4735682"/>
              <a:gd name="connsiteX2" fmla="*/ 87904 w 3449086"/>
              <a:gd name="connsiteY2" fmla="*/ 3312931 h 4735682"/>
              <a:gd name="connsiteX3" fmla="*/ 846856 w 3449086"/>
              <a:gd name="connsiteY3" fmla="*/ 2123038 h 4735682"/>
              <a:gd name="connsiteX4" fmla="*/ 2012716 w 3449086"/>
              <a:gd name="connsiteY4" fmla="*/ 179938 h 4735682"/>
              <a:gd name="connsiteX5" fmla="*/ 2215789 w 3449086"/>
              <a:gd name="connsiteY5" fmla="*/ 17916 h 4735682"/>
              <a:gd name="connsiteX6" fmla="*/ 3449086 w 3449086"/>
              <a:gd name="connsiteY6" fmla="*/ 59923 h 4735682"/>
              <a:gd name="connsiteX0" fmla="*/ 670072 w 3422416"/>
              <a:gd name="connsiteY0" fmla="*/ 4741324 h 4741324"/>
              <a:gd name="connsiteX1" fmla="*/ 44216 w 3422416"/>
              <a:gd name="connsiteY1" fmla="*/ 3708560 h 4741324"/>
              <a:gd name="connsiteX2" fmla="*/ 87904 w 3422416"/>
              <a:gd name="connsiteY2" fmla="*/ 3318573 h 4741324"/>
              <a:gd name="connsiteX3" fmla="*/ 846856 w 3422416"/>
              <a:gd name="connsiteY3" fmla="*/ 2128680 h 4741324"/>
              <a:gd name="connsiteX4" fmla="*/ 2012716 w 3422416"/>
              <a:gd name="connsiteY4" fmla="*/ 185580 h 4741324"/>
              <a:gd name="connsiteX5" fmla="*/ 2215789 w 3422416"/>
              <a:gd name="connsiteY5" fmla="*/ 23558 h 4741324"/>
              <a:gd name="connsiteX6" fmla="*/ 3422416 w 3422416"/>
              <a:gd name="connsiteY6" fmla="*/ 38895 h 4741324"/>
              <a:gd name="connsiteX0" fmla="*/ 670072 w 3441466"/>
              <a:gd name="connsiteY0" fmla="*/ 4741324 h 4741324"/>
              <a:gd name="connsiteX1" fmla="*/ 44216 w 3441466"/>
              <a:gd name="connsiteY1" fmla="*/ 3708560 h 4741324"/>
              <a:gd name="connsiteX2" fmla="*/ 87904 w 3441466"/>
              <a:gd name="connsiteY2" fmla="*/ 3318573 h 4741324"/>
              <a:gd name="connsiteX3" fmla="*/ 846856 w 3441466"/>
              <a:gd name="connsiteY3" fmla="*/ 2128680 h 4741324"/>
              <a:gd name="connsiteX4" fmla="*/ 2012716 w 3441466"/>
              <a:gd name="connsiteY4" fmla="*/ 185580 h 4741324"/>
              <a:gd name="connsiteX5" fmla="*/ 2215789 w 3441466"/>
              <a:gd name="connsiteY5" fmla="*/ 23558 h 4741324"/>
              <a:gd name="connsiteX6" fmla="*/ 3441466 w 3441466"/>
              <a:gd name="connsiteY6" fmla="*/ 38895 h 4741324"/>
              <a:gd name="connsiteX0" fmla="*/ 670072 w 3475756"/>
              <a:gd name="connsiteY0" fmla="*/ 4738551 h 4738551"/>
              <a:gd name="connsiteX1" fmla="*/ 44216 w 3475756"/>
              <a:gd name="connsiteY1" fmla="*/ 3705787 h 4738551"/>
              <a:gd name="connsiteX2" fmla="*/ 87904 w 3475756"/>
              <a:gd name="connsiteY2" fmla="*/ 3315800 h 4738551"/>
              <a:gd name="connsiteX3" fmla="*/ 846856 w 3475756"/>
              <a:gd name="connsiteY3" fmla="*/ 2125907 h 4738551"/>
              <a:gd name="connsiteX4" fmla="*/ 2012716 w 3475756"/>
              <a:gd name="connsiteY4" fmla="*/ 182807 h 4738551"/>
              <a:gd name="connsiteX5" fmla="*/ 2215789 w 3475756"/>
              <a:gd name="connsiteY5" fmla="*/ 20785 h 4738551"/>
              <a:gd name="connsiteX6" fmla="*/ 3475756 w 3475756"/>
              <a:gd name="connsiteY6" fmla="*/ 47552 h 4738551"/>
              <a:gd name="connsiteX0" fmla="*/ 670072 w 3487186"/>
              <a:gd name="connsiteY0" fmla="*/ 4742401 h 4742401"/>
              <a:gd name="connsiteX1" fmla="*/ 44216 w 3487186"/>
              <a:gd name="connsiteY1" fmla="*/ 3709637 h 4742401"/>
              <a:gd name="connsiteX2" fmla="*/ 87904 w 3487186"/>
              <a:gd name="connsiteY2" fmla="*/ 3319650 h 4742401"/>
              <a:gd name="connsiteX3" fmla="*/ 846856 w 3487186"/>
              <a:gd name="connsiteY3" fmla="*/ 2129757 h 4742401"/>
              <a:gd name="connsiteX4" fmla="*/ 2012716 w 3487186"/>
              <a:gd name="connsiteY4" fmla="*/ 186657 h 4742401"/>
              <a:gd name="connsiteX5" fmla="*/ 2215789 w 3487186"/>
              <a:gd name="connsiteY5" fmla="*/ 24635 h 4742401"/>
              <a:gd name="connsiteX6" fmla="*/ 3487186 w 3487186"/>
              <a:gd name="connsiteY6" fmla="*/ 36162 h 4742401"/>
              <a:gd name="connsiteX0" fmla="*/ 670072 w 3456706"/>
              <a:gd name="connsiteY0" fmla="*/ 4742401 h 4742401"/>
              <a:gd name="connsiteX1" fmla="*/ 44216 w 3456706"/>
              <a:gd name="connsiteY1" fmla="*/ 3709637 h 4742401"/>
              <a:gd name="connsiteX2" fmla="*/ 87904 w 3456706"/>
              <a:gd name="connsiteY2" fmla="*/ 3319650 h 4742401"/>
              <a:gd name="connsiteX3" fmla="*/ 846856 w 3456706"/>
              <a:gd name="connsiteY3" fmla="*/ 2129757 h 4742401"/>
              <a:gd name="connsiteX4" fmla="*/ 2012716 w 3456706"/>
              <a:gd name="connsiteY4" fmla="*/ 186657 h 4742401"/>
              <a:gd name="connsiteX5" fmla="*/ 2215789 w 3456706"/>
              <a:gd name="connsiteY5" fmla="*/ 24635 h 4742401"/>
              <a:gd name="connsiteX6" fmla="*/ 3456706 w 3456706"/>
              <a:gd name="connsiteY6" fmla="*/ 36162 h 4742401"/>
              <a:gd name="connsiteX0" fmla="*/ 670072 w 3441466"/>
              <a:gd name="connsiteY0" fmla="*/ 4737756 h 4737756"/>
              <a:gd name="connsiteX1" fmla="*/ 44216 w 3441466"/>
              <a:gd name="connsiteY1" fmla="*/ 3704992 h 4737756"/>
              <a:gd name="connsiteX2" fmla="*/ 87904 w 3441466"/>
              <a:gd name="connsiteY2" fmla="*/ 3315005 h 4737756"/>
              <a:gd name="connsiteX3" fmla="*/ 846856 w 3441466"/>
              <a:gd name="connsiteY3" fmla="*/ 2125112 h 4737756"/>
              <a:gd name="connsiteX4" fmla="*/ 2012716 w 3441466"/>
              <a:gd name="connsiteY4" fmla="*/ 182012 h 4737756"/>
              <a:gd name="connsiteX5" fmla="*/ 2215789 w 3441466"/>
              <a:gd name="connsiteY5" fmla="*/ 19990 h 4737756"/>
              <a:gd name="connsiteX6" fmla="*/ 3441466 w 3441466"/>
              <a:gd name="connsiteY6" fmla="*/ 50567 h 4737756"/>
              <a:gd name="connsiteX0" fmla="*/ 670072 w 3471946"/>
              <a:gd name="connsiteY0" fmla="*/ 4740328 h 4740328"/>
              <a:gd name="connsiteX1" fmla="*/ 44216 w 3471946"/>
              <a:gd name="connsiteY1" fmla="*/ 3707564 h 4740328"/>
              <a:gd name="connsiteX2" fmla="*/ 87904 w 3471946"/>
              <a:gd name="connsiteY2" fmla="*/ 3317577 h 4740328"/>
              <a:gd name="connsiteX3" fmla="*/ 846856 w 3471946"/>
              <a:gd name="connsiteY3" fmla="*/ 2127684 h 4740328"/>
              <a:gd name="connsiteX4" fmla="*/ 2012716 w 3471946"/>
              <a:gd name="connsiteY4" fmla="*/ 184584 h 4740328"/>
              <a:gd name="connsiteX5" fmla="*/ 2215789 w 3471946"/>
              <a:gd name="connsiteY5" fmla="*/ 22562 h 4740328"/>
              <a:gd name="connsiteX6" fmla="*/ 3471946 w 3471946"/>
              <a:gd name="connsiteY6" fmla="*/ 41709 h 4740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71946" h="4740328">
                <a:moveTo>
                  <a:pt x="670072" y="4740328"/>
                </a:moveTo>
                <a:lnTo>
                  <a:pt x="44216" y="3707564"/>
                </a:lnTo>
                <a:cubicBezTo>
                  <a:pt x="-41805" y="3455199"/>
                  <a:pt x="11281" y="3474210"/>
                  <a:pt x="87904" y="3317577"/>
                </a:cubicBezTo>
                <a:cubicBezTo>
                  <a:pt x="233107" y="3079664"/>
                  <a:pt x="498961" y="2653659"/>
                  <a:pt x="846856" y="2127684"/>
                </a:cubicBezTo>
                <a:cubicBezTo>
                  <a:pt x="1309136" y="1401244"/>
                  <a:pt x="1603776" y="922454"/>
                  <a:pt x="2012716" y="184584"/>
                </a:cubicBezTo>
                <a:cubicBezTo>
                  <a:pt x="2142764" y="57568"/>
                  <a:pt x="2113554" y="72727"/>
                  <a:pt x="2215789" y="22562"/>
                </a:cubicBezTo>
                <a:cubicBezTo>
                  <a:pt x="2506619" y="-27603"/>
                  <a:pt x="3206389" y="18198"/>
                  <a:pt x="3471946" y="41709"/>
                </a:cubicBezTo>
              </a:path>
            </a:pathLst>
          </a:custGeom>
          <a:noFill/>
          <a:ln w="63500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C513001-F63A-4EA1-BD0A-C60C0FC8BF99}"/>
              </a:ext>
            </a:extLst>
          </p:cNvPr>
          <p:cNvSpPr/>
          <p:nvPr/>
        </p:nvSpPr>
        <p:spPr>
          <a:xfrm>
            <a:off x="4104048" y="1169573"/>
            <a:ext cx="4900327" cy="4830444"/>
          </a:xfrm>
          <a:custGeom>
            <a:avLst/>
            <a:gdLst>
              <a:gd name="connsiteX0" fmla="*/ 0 w 5036820"/>
              <a:gd name="connsiteY0" fmla="*/ 4777740 h 4777740"/>
              <a:gd name="connsiteX1" fmla="*/ 2849880 w 5036820"/>
              <a:gd name="connsiteY1" fmla="*/ 0 h 4777740"/>
              <a:gd name="connsiteX2" fmla="*/ 5036820 w 5036820"/>
              <a:gd name="connsiteY2" fmla="*/ 3657600 h 4777740"/>
              <a:gd name="connsiteX3" fmla="*/ 4335780 w 5036820"/>
              <a:gd name="connsiteY3" fmla="*/ 4701540 h 4777740"/>
              <a:gd name="connsiteX4" fmla="*/ 0 w 5036820"/>
              <a:gd name="connsiteY4" fmla="*/ 4777740 h 4777740"/>
              <a:gd name="connsiteX0" fmla="*/ 0 w 5036820"/>
              <a:gd name="connsiteY0" fmla="*/ 4831080 h 4831080"/>
              <a:gd name="connsiteX1" fmla="*/ 2796540 w 5036820"/>
              <a:gd name="connsiteY1" fmla="*/ 0 h 4831080"/>
              <a:gd name="connsiteX2" fmla="*/ 5036820 w 5036820"/>
              <a:gd name="connsiteY2" fmla="*/ 3710940 h 4831080"/>
              <a:gd name="connsiteX3" fmla="*/ 4335780 w 5036820"/>
              <a:gd name="connsiteY3" fmla="*/ 4754880 h 4831080"/>
              <a:gd name="connsiteX4" fmla="*/ 0 w 5036820"/>
              <a:gd name="connsiteY4" fmla="*/ 4831080 h 4831080"/>
              <a:gd name="connsiteX0" fmla="*/ 0 w 5036820"/>
              <a:gd name="connsiteY0" fmla="*/ 4831080 h 4831080"/>
              <a:gd name="connsiteX1" fmla="*/ 2583180 w 5036820"/>
              <a:gd name="connsiteY1" fmla="*/ 236220 h 4831080"/>
              <a:gd name="connsiteX2" fmla="*/ 2796540 w 5036820"/>
              <a:gd name="connsiteY2" fmla="*/ 0 h 4831080"/>
              <a:gd name="connsiteX3" fmla="*/ 5036820 w 5036820"/>
              <a:gd name="connsiteY3" fmla="*/ 3710940 h 4831080"/>
              <a:gd name="connsiteX4" fmla="*/ 4335780 w 5036820"/>
              <a:gd name="connsiteY4" fmla="*/ 4754880 h 4831080"/>
              <a:gd name="connsiteX5" fmla="*/ 0 w 5036820"/>
              <a:gd name="connsiteY5" fmla="*/ 4831080 h 4831080"/>
              <a:gd name="connsiteX0" fmla="*/ 0 w 4922520"/>
              <a:gd name="connsiteY0" fmla="*/ 4358640 h 4754880"/>
              <a:gd name="connsiteX1" fmla="*/ 2468880 w 4922520"/>
              <a:gd name="connsiteY1" fmla="*/ 236220 h 4754880"/>
              <a:gd name="connsiteX2" fmla="*/ 2682240 w 4922520"/>
              <a:gd name="connsiteY2" fmla="*/ 0 h 4754880"/>
              <a:gd name="connsiteX3" fmla="*/ 4922520 w 4922520"/>
              <a:gd name="connsiteY3" fmla="*/ 3710940 h 4754880"/>
              <a:gd name="connsiteX4" fmla="*/ 4221480 w 4922520"/>
              <a:gd name="connsiteY4" fmla="*/ 4754880 h 4754880"/>
              <a:gd name="connsiteX5" fmla="*/ 0 w 4922520"/>
              <a:gd name="connsiteY5" fmla="*/ 4358640 h 4754880"/>
              <a:gd name="connsiteX0" fmla="*/ 60960 w 4983480"/>
              <a:gd name="connsiteY0" fmla="*/ 4358640 h 4790075"/>
              <a:gd name="connsiteX1" fmla="*/ 2529840 w 4983480"/>
              <a:gd name="connsiteY1" fmla="*/ 236220 h 4790075"/>
              <a:gd name="connsiteX2" fmla="*/ 2743200 w 4983480"/>
              <a:gd name="connsiteY2" fmla="*/ 0 h 4790075"/>
              <a:gd name="connsiteX3" fmla="*/ 4983480 w 4983480"/>
              <a:gd name="connsiteY3" fmla="*/ 3710940 h 4790075"/>
              <a:gd name="connsiteX4" fmla="*/ 4282440 w 4983480"/>
              <a:gd name="connsiteY4" fmla="*/ 4754880 h 4790075"/>
              <a:gd name="connsiteX5" fmla="*/ 0 w 4983480"/>
              <a:gd name="connsiteY5" fmla="*/ 4754880 h 4790075"/>
              <a:gd name="connsiteX6" fmla="*/ 60960 w 4983480"/>
              <a:gd name="connsiteY6" fmla="*/ 4358640 h 4790075"/>
              <a:gd name="connsiteX0" fmla="*/ 100013 w 5022533"/>
              <a:gd name="connsiteY0" fmla="*/ 4358640 h 4885830"/>
              <a:gd name="connsiteX1" fmla="*/ 2568893 w 5022533"/>
              <a:gd name="connsiteY1" fmla="*/ 236220 h 4885830"/>
              <a:gd name="connsiteX2" fmla="*/ 2782253 w 5022533"/>
              <a:gd name="connsiteY2" fmla="*/ 0 h 4885830"/>
              <a:gd name="connsiteX3" fmla="*/ 5022533 w 5022533"/>
              <a:gd name="connsiteY3" fmla="*/ 3710940 h 4885830"/>
              <a:gd name="connsiteX4" fmla="*/ 4321493 w 5022533"/>
              <a:gd name="connsiteY4" fmla="*/ 4754880 h 4885830"/>
              <a:gd name="connsiteX5" fmla="*/ 435293 w 5022533"/>
              <a:gd name="connsiteY5" fmla="*/ 4876800 h 4885830"/>
              <a:gd name="connsiteX6" fmla="*/ 39053 w 5022533"/>
              <a:gd name="connsiteY6" fmla="*/ 4754880 h 4885830"/>
              <a:gd name="connsiteX7" fmla="*/ 100013 w 5022533"/>
              <a:gd name="connsiteY7" fmla="*/ 4358640 h 4885830"/>
              <a:gd name="connsiteX0" fmla="*/ 100013 w 5022533"/>
              <a:gd name="connsiteY0" fmla="*/ 4358640 h 4915545"/>
              <a:gd name="connsiteX1" fmla="*/ 2568893 w 5022533"/>
              <a:gd name="connsiteY1" fmla="*/ 236220 h 4915545"/>
              <a:gd name="connsiteX2" fmla="*/ 2782253 w 5022533"/>
              <a:gd name="connsiteY2" fmla="*/ 0 h 4915545"/>
              <a:gd name="connsiteX3" fmla="*/ 5022533 w 5022533"/>
              <a:gd name="connsiteY3" fmla="*/ 3710940 h 4915545"/>
              <a:gd name="connsiteX4" fmla="*/ 4161473 w 5022533"/>
              <a:gd name="connsiteY4" fmla="*/ 4815840 h 4915545"/>
              <a:gd name="connsiteX5" fmla="*/ 435293 w 5022533"/>
              <a:gd name="connsiteY5" fmla="*/ 4876800 h 4915545"/>
              <a:gd name="connsiteX6" fmla="*/ 39053 w 5022533"/>
              <a:gd name="connsiteY6" fmla="*/ 4754880 h 4915545"/>
              <a:gd name="connsiteX7" fmla="*/ 100013 w 5022533"/>
              <a:gd name="connsiteY7" fmla="*/ 4358640 h 4915545"/>
              <a:gd name="connsiteX0" fmla="*/ 100013 w 5022533"/>
              <a:gd name="connsiteY0" fmla="*/ 4358640 h 4940479"/>
              <a:gd name="connsiteX1" fmla="*/ 2568893 w 5022533"/>
              <a:gd name="connsiteY1" fmla="*/ 236220 h 4940479"/>
              <a:gd name="connsiteX2" fmla="*/ 2782253 w 5022533"/>
              <a:gd name="connsiteY2" fmla="*/ 0 h 4940479"/>
              <a:gd name="connsiteX3" fmla="*/ 5022533 w 5022533"/>
              <a:gd name="connsiteY3" fmla="*/ 3710940 h 4940479"/>
              <a:gd name="connsiteX4" fmla="*/ 4214813 w 5022533"/>
              <a:gd name="connsiteY4" fmla="*/ 4853940 h 4940479"/>
              <a:gd name="connsiteX5" fmla="*/ 435293 w 5022533"/>
              <a:gd name="connsiteY5" fmla="*/ 4876800 h 4940479"/>
              <a:gd name="connsiteX6" fmla="*/ 39053 w 5022533"/>
              <a:gd name="connsiteY6" fmla="*/ 4754880 h 4940479"/>
              <a:gd name="connsiteX7" fmla="*/ 100013 w 5022533"/>
              <a:gd name="connsiteY7" fmla="*/ 4358640 h 4940479"/>
              <a:gd name="connsiteX0" fmla="*/ 100013 w 4786313"/>
              <a:gd name="connsiteY0" fmla="*/ 4358640 h 4940479"/>
              <a:gd name="connsiteX1" fmla="*/ 2568893 w 4786313"/>
              <a:gd name="connsiteY1" fmla="*/ 236220 h 4940479"/>
              <a:gd name="connsiteX2" fmla="*/ 2782253 w 4786313"/>
              <a:gd name="connsiteY2" fmla="*/ 0 h 4940479"/>
              <a:gd name="connsiteX3" fmla="*/ 4786313 w 4786313"/>
              <a:gd name="connsiteY3" fmla="*/ 3291840 h 4940479"/>
              <a:gd name="connsiteX4" fmla="*/ 4214813 w 4786313"/>
              <a:gd name="connsiteY4" fmla="*/ 4853940 h 4940479"/>
              <a:gd name="connsiteX5" fmla="*/ 435293 w 4786313"/>
              <a:gd name="connsiteY5" fmla="*/ 4876800 h 4940479"/>
              <a:gd name="connsiteX6" fmla="*/ 39053 w 4786313"/>
              <a:gd name="connsiteY6" fmla="*/ 4754880 h 4940479"/>
              <a:gd name="connsiteX7" fmla="*/ 100013 w 4786313"/>
              <a:gd name="connsiteY7" fmla="*/ 4358640 h 4940479"/>
              <a:gd name="connsiteX0" fmla="*/ 100013 w 4786313"/>
              <a:gd name="connsiteY0" fmla="*/ 4358640 h 4940479"/>
              <a:gd name="connsiteX1" fmla="*/ 2568893 w 4786313"/>
              <a:gd name="connsiteY1" fmla="*/ 236220 h 4940479"/>
              <a:gd name="connsiteX2" fmla="*/ 2782253 w 4786313"/>
              <a:gd name="connsiteY2" fmla="*/ 0 h 4940479"/>
              <a:gd name="connsiteX3" fmla="*/ 3178494 w 4786313"/>
              <a:gd name="connsiteY3" fmla="*/ 373379 h 4940479"/>
              <a:gd name="connsiteX4" fmla="*/ 4786313 w 4786313"/>
              <a:gd name="connsiteY4" fmla="*/ 3291840 h 4940479"/>
              <a:gd name="connsiteX5" fmla="*/ 4214813 w 4786313"/>
              <a:gd name="connsiteY5" fmla="*/ 4853940 h 4940479"/>
              <a:gd name="connsiteX6" fmla="*/ 435293 w 4786313"/>
              <a:gd name="connsiteY6" fmla="*/ 4876800 h 4940479"/>
              <a:gd name="connsiteX7" fmla="*/ 39053 w 4786313"/>
              <a:gd name="connsiteY7" fmla="*/ 4754880 h 4940479"/>
              <a:gd name="connsiteX8" fmla="*/ 100013 w 4786313"/>
              <a:gd name="connsiteY8" fmla="*/ 4358640 h 4940479"/>
              <a:gd name="connsiteX0" fmla="*/ 100013 w 4786313"/>
              <a:gd name="connsiteY0" fmla="*/ 4274820 h 4856659"/>
              <a:gd name="connsiteX1" fmla="*/ 2568893 w 4786313"/>
              <a:gd name="connsiteY1" fmla="*/ 152400 h 4856659"/>
              <a:gd name="connsiteX2" fmla="*/ 2934653 w 4786313"/>
              <a:gd name="connsiteY2" fmla="*/ 0 h 4856659"/>
              <a:gd name="connsiteX3" fmla="*/ 3178494 w 4786313"/>
              <a:gd name="connsiteY3" fmla="*/ 289559 h 4856659"/>
              <a:gd name="connsiteX4" fmla="*/ 4786313 w 4786313"/>
              <a:gd name="connsiteY4" fmla="*/ 3208020 h 4856659"/>
              <a:gd name="connsiteX5" fmla="*/ 4214813 w 4786313"/>
              <a:gd name="connsiteY5" fmla="*/ 4770120 h 4856659"/>
              <a:gd name="connsiteX6" fmla="*/ 435293 w 4786313"/>
              <a:gd name="connsiteY6" fmla="*/ 4792980 h 4856659"/>
              <a:gd name="connsiteX7" fmla="*/ 39053 w 4786313"/>
              <a:gd name="connsiteY7" fmla="*/ 4671060 h 4856659"/>
              <a:gd name="connsiteX8" fmla="*/ 100013 w 4786313"/>
              <a:gd name="connsiteY8" fmla="*/ 4274820 h 4856659"/>
              <a:gd name="connsiteX0" fmla="*/ 100013 w 4852737"/>
              <a:gd name="connsiteY0" fmla="*/ 4274820 h 4856659"/>
              <a:gd name="connsiteX1" fmla="*/ 2568893 w 4852737"/>
              <a:gd name="connsiteY1" fmla="*/ 152400 h 4856659"/>
              <a:gd name="connsiteX2" fmla="*/ 2934653 w 4852737"/>
              <a:gd name="connsiteY2" fmla="*/ 0 h 4856659"/>
              <a:gd name="connsiteX3" fmla="*/ 3178494 w 4852737"/>
              <a:gd name="connsiteY3" fmla="*/ 289559 h 4856659"/>
              <a:gd name="connsiteX4" fmla="*/ 4786313 w 4852737"/>
              <a:gd name="connsiteY4" fmla="*/ 3208020 h 4856659"/>
              <a:gd name="connsiteX5" fmla="*/ 4839654 w 4852737"/>
              <a:gd name="connsiteY5" fmla="*/ 3802379 h 4856659"/>
              <a:gd name="connsiteX6" fmla="*/ 4214813 w 4852737"/>
              <a:gd name="connsiteY6" fmla="*/ 4770120 h 4856659"/>
              <a:gd name="connsiteX7" fmla="*/ 435293 w 4852737"/>
              <a:gd name="connsiteY7" fmla="*/ 4792980 h 4856659"/>
              <a:gd name="connsiteX8" fmla="*/ 39053 w 4852737"/>
              <a:gd name="connsiteY8" fmla="*/ 4671060 h 4856659"/>
              <a:gd name="connsiteX9" fmla="*/ 100013 w 4852737"/>
              <a:gd name="connsiteY9" fmla="*/ 4274820 h 4856659"/>
              <a:gd name="connsiteX0" fmla="*/ 100013 w 4852737"/>
              <a:gd name="connsiteY0" fmla="*/ 4239260 h 4856659"/>
              <a:gd name="connsiteX1" fmla="*/ 2568893 w 4852737"/>
              <a:gd name="connsiteY1" fmla="*/ 152400 h 4856659"/>
              <a:gd name="connsiteX2" fmla="*/ 2934653 w 4852737"/>
              <a:gd name="connsiteY2" fmla="*/ 0 h 4856659"/>
              <a:gd name="connsiteX3" fmla="*/ 3178494 w 4852737"/>
              <a:gd name="connsiteY3" fmla="*/ 289559 h 4856659"/>
              <a:gd name="connsiteX4" fmla="*/ 4786313 w 4852737"/>
              <a:gd name="connsiteY4" fmla="*/ 3208020 h 4856659"/>
              <a:gd name="connsiteX5" fmla="*/ 4839654 w 4852737"/>
              <a:gd name="connsiteY5" fmla="*/ 3802379 h 4856659"/>
              <a:gd name="connsiteX6" fmla="*/ 4214813 w 4852737"/>
              <a:gd name="connsiteY6" fmla="*/ 4770120 h 4856659"/>
              <a:gd name="connsiteX7" fmla="*/ 435293 w 4852737"/>
              <a:gd name="connsiteY7" fmla="*/ 4792980 h 4856659"/>
              <a:gd name="connsiteX8" fmla="*/ 39053 w 4852737"/>
              <a:gd name="connsiteY8" fmla="*/ 4671060 h 4856659"/>
              <a:gd name="connsiteX9" fmla="*/ 100013 w 4852737"/>
              <a:gd name="connsiteY9" fmla="*/ 4239260 h 4856659"/>
              <a:gd name="connsiteX0" fmla="*/ 100013 w 4852737"/>
              <a:gd name="connsiteY0" fmla="*/ 4239260 h 4856659"/>
              <a:gd name="connsiteX1" fmla="*/ 2568893 w 4852737"/>
              <a:gd name="connsiteY1" fmla="*/ 152400 h 4856659"/>
              <a:gd name="connsiteX2" fmla="*/ 2934653 w 4852737"/>
              <a:gd name="connsiteY2" fmla="*/ 0 h 4856659"/>
              <a:gd name="connsiteX3" fmla="*/ 3178494 w 4852737"/>
              <a:gd name="connsiteY3" fmla="*/ 289559 h 4856659"/>
              <a:gd name="connsiteX4" fmla="*/ 4786313 w 4852737"/>
              <a:gd name="connsiteY4" fmla="*/ 3208020 h 4856659"/>
              <a:gd name="connsiteX5" fmla="*/ 4839654 w 4852737"/>
              <a:gd name="connsiteY5" fmla="*/ 3802379 h 4856659"/>
              <a:gd name="connsiteX6" fmla="*/ 4214813 w 4852737"/>
              <a:gd name="connsiteY6" fmla="*/ 4770120 h 4856659"/>
              <a:gd name="connsiteX7" fmla="*/ 435293 w 4852737"/>
              <a:gd name="connsiteY7" fmla="*/ 4792980 h 4856659"/>
              <a:gd name="connsiteX8" fmla="*/ 39053 w 4852737"/>
              <a:gd name="connsiteY8" fmla="*/ 4671060 h 4856659"/>
              <a:gd name="connsiteX9" fmla="*/ 100013 w 4852737"/>
              <a:gd name="connsiteY9" fmla="*/ 4239260 h 4856659"/>
              <a:gd name="connsiteX0" fmla="*/ 83226 w 4835950"/>
              <a:gd name="connsiteY0" fmla="*/ 4239260 h 4856659"/>
              <a:gd name="connsiteX1" fmla="*/ 2552106 w 4835950"/>
              <a:gd name="connsiteY1" fmla="*/ 152400 h 4856659"/>
              <a:gd name="connsiteX2" fmla="*/ 2917866 w 4835950"/>
              <a:gd name="connsiteY2" fmla="*/ 0 h 4856659"/>
              <a:gd name="connsiteX3" fmla="*/ 3161707 w 4835950"/>
              <a:gd name="connsiteY3" fmla="*/ 289559 h 4856659"/>
              <a:gd name="connsiteX4" fmla="*/ 4769526 w 4835950"/>
              <a:gd name="connsiteY4" fmla="*/ 3208020 h 4856659"/>
              <a:gd name="connsiteX5" fmla="*/ 4822867 w 4835950"/>
              <a:gd name="connsiteY5" fmla="*/ 3802379 h 4856659"/>
              <a:gd name="connsiteX6" fmla="*/ 4198026 w 4835950"/>
              <a:gd name="connsiteY6" fmla="*/ 4770120 h 4856659"/>
              <a:gd name="connsiteX7" fmla="*/ 418506 w 4835950"/>
              <a:gd name="connsiteY7" fmla="*/ 4792980 h 4856659"/>
              <a:gd name="connsiteX8" fmla="*/ 22266 w 4835950"/>
              <a:gd name="connsiteY8" fmla="*/ 4671060 h 4856659"/>
              <a:gd name="connsiteX9" fmla="*/ 83226 w 4835950"/>
              <a:gd name="connsiteY9" fmla="*/ 4239260 h 4856659"/>
              <a:gd name="connsiteX0" fmla="*/ 60960 w 4813684"/>
              <a:gd name="connsiteY0" fmla="*/ 4239260 h 4856659"/>
              <a:gd name="connsiteX1" fmla="*/ 2529840 w 4813684"/>
              <a:gd name="connsiteY1" fmla="*/ 152400 h 4856659"/>
              <a:gd name="connsiteX2" fmla="*/ 2895600 w 4813684"/>
              <a:gd name="connsiteY2" fmla="*/ 0 h 4856659"/>
              <a:gd name="connsiteX3" fmla="*/ 3139441 w 4813684"/>
              <a:gd name="connsiteY3" fmla="*/ 289559 h 4856659"/>
              <a:gd name="connsiteX4" fmla="*/ 4747260 w 4813684"/>
              <a:gd name="connsiteY4" fmla="*/ 3208020 h 4856659"/>
              <a:gd name="connsiteX5" fmla="*/ 4800601 w 4813684"/>
              <a:gd name="connsiteY5" fmla="*/ 3802379 h 4856659"/>
              <a:gd name="connsiteX6" fmla="*/ 4175760 w 4813684"/>
              <a:gd name="connsiteY6" fmla="*/ 4770120 h 4856659"/>
              <a:gd name="connsiteX7" fmla="*/ 396240 w 4813684"/>
              <a:gd name="connsiteY7" fmla="*/ 4792980 h 4856659"/>
              <a:gd name="connsiteX8" fmla="*/ 0 w 4813684"/>
              <a:gd name="connsiteY8" fmla="*/ 4671060 h 4856659"/>
              <a:gd name="connsiteX9" fmla="*/ 60960 w 4813684"/>
              <a:gd name="connsiteY9" fmla="*/ 4239260 h 4856659"/>
              <a:gd name="connsiteX0" fmla="*/ 93936 w 4846660"/>
              <a:gd name="connsiteY0" fmla="*/ 4239260 h 4856659"/>
              <a:gd name="connsiteX1" fmla="*/ 2562816 w 4846660"/>
              <a:gd name="connsiteY1" fmla="*/ 152400 h 4856659"/>
              <a:gd name="connsiteX2" fmla="*/ 2928576 w 4846660"/>
              <a:gd name="connsiteY2" fmla="*/ 0 h 4856659"/>
              <a:gd name="connsiteX3" fmla="*/ 3172417 w 4846660"/>
              <a:gd name="connsiteY3" fmla="*/ 289559 h 4856659"/>
              <a:gd name="connsiteX4" fmla="*/ 4780236 w 4846660"/>
              <a:gd name="connsiteY4" fmla="*/ 3208020 h 4856659"/>
              <a:gd name="connsiteX5" fmla="*/ 4833577 w 4846660"/>
              <a:gd name="connsiteY5" fmla="*/ 3802379 h 4856659"/>
              <a:gd name="connsiteX6" fmla="*/ 4208736 w 4846660"/>
              <a:gd name="connsiteY6" fmla="*/ 4770120 h 4856659"/>
              <a:gd name="connsiteX7" fmla="*/ 429216 w 4846660"/>
              <a:gd name="connsiteY7" fmla="*/ 4792980 h 4856659"/>
              <a:gd name="connsiteX8" fmla="*/ 32976 w 4846660"/>
              <a:gd name="connsiteY8" fmla="*/ 4671060 h 4856659"/>
              <a:gd name="connsiteX9" fmla="*/ 93936 w 4846660"/>
              <a:gd name="connsiteY9" fmla="*/ 4239260 h 4856659"/>
              <a:gd name="connsiteX0" fmla="*/ 66691 w 4819415"/>
              <a:gd name="connsiteY0" fmla="*/ 4239260 h 4856659"/>
              <a:gd name="connsiteX1" fmla="*/ 2535571 w 4819415"/>
              <a:gd name="connsiteY1" fmla="*/ 152400 h 4856659"/>
              <a:gd name="connsiteX2" fmla="*/ 2901331 w 4819415"/>
              <a:gd name="connsiteY2" fmla="*/ 0 h 4856659"/>
              <a:gd name="connsiteX3" fmla="*/ 3145172 w 4819415"/>
              <a:gd name="connsiteY3" fmla="*/ 289559 h 4856659"/>
              <a:gd name="connsiteX4" fmla="*/ 4752991 w 4819415"/>
              <a:gd name="connsiteY4" fmla="*/ 3208020 h 4856659"/>
              <a:gd name="connsiteX5" fmla="*/ 4806332 w 4819415"/>
              <a:gd name="connsiteY5" fmla="*/ 3802379 h 4856659"/>
              <a:gd name="connsiteX6" fmla="*/ 4181491 w 4819415"/>
              <a:gd name="connsiteY6" fmla="*/ 4770120 h 4856659"/>
              <a:gd name="connsiteX7" fmla="*/ 401971 w 4819415"/>
              <a:gd name="connsiteY7" fmla="*/ 4792980 h 4856659"/>
              <a:gd name="connsiteX8" fmla="*/ 51451 w 4819415"/>
              <a:gd name="connsiteY8" fmla="*/ 4665980 h 4856659"/>
              <a:gd name="connsiteX9" fmla="*/ 66691 w 4819415"/>
              <a:gd name="connsiteY9" fmla="*/ 4239260 h 4856659"/>
              <a:gd name="connsiteX0" fmla="*/ 66691 w 4819415"/>
              <a:gd name="connsiteY0" fmla="*/ 4239260 h 4856659"/>
              <a:gd name="connsiteX1" fmla="*/ 2535571 w 4819415"/>
              <a:gd name="connsiteY1" fmla="*/ 152400 h 4856659"/>
              <a:gd name="connsiteX2" fmla="*/ 2901331 w 4819415"/>
              <a:gd name="connsiteY2" fmla="*/ 0 h 4856659"/>
              <a:gd name="connsiteX3" fmla="*/ 3145172 w 4819415"/>
              <a:gd name="connsiteY3" fmla="*/ 289559 h 4856659"/>
              <a:gd name="connsiteX4" fmla="*/ 4752991 w 4819415"/>
              <a:gd name="connsiteY4" fmla="*/ 3208020 h 4856659"/>
              <a:gd name="connsiteX5" fmla="*/ 4806332 w 4819415"/>
              <a:gd name="connsiteY5" fmla="*/ 3802379 h 4856659"/>
              <a:gd name="connsiteX6" fmla="*/ 4181491 w 4819415"/>
              <a:gd name="connsiteY6" fmla="*/ 4770120 h 4856659"/>
              <a:gd name="connsiteX7" fmla="*/ 401971 w 4819415"/>
              <a:gd name="connsiteY7" fmla="*/ 4792980 h 4856659"/>
              <a:gd name="connsiteX8" fmla="*/ 51451 w 4819415"/>
              <a:gd name="connsiteY8" fmla="*/ 4665980 h 4856659"/>
              <a:gd name="connsiteX9" fmla="*/ 66691 w 4819415"/>
              <a:gd name="connsiteY9" fmla="*/ 4239260 h 4856659"/>
              <a:gd name="connsiteX0" fmla="*/ 71713 w 4824437"/>
              <a:gd name="connsiteY0" fmla="*/ 4239260 h 4856659"/>
              <a:gd name="connsiteX1" fmla="*/ 2540593 w 4824437"/>
              <a:gd name="connsiteY1" fmla="*/ 152400 h 4856659"/>
              <a:gd name="connsiteX2" fmla="*/ 2906353 w 4824437"/>
              <a:gd name="connsiteY2" fmla="*/ 0 h 4856659"/>
              <a:gd name="connsiteX3" fmla="*/ 3150194 w 4824437"/>
              <a:gd name="connsiteY3" fmla="*/ 289559 h 4856659"/>
              <a:gd name="connsiteX4" fmla="*/ 4758013 w 4824437"/>
              <a:gd name="connsiteY4" fmla="*/ 3208020 h 4856659"/>
              <a:gd name="connsiteX5" fmla="*/ 4811354 w 4824437"/>
              <a:gd name="connsiteY5" fmla="*/ 3802379 h 4856659"/>
              <a:gd name="connsiteX6" fmla="*/ 4186513 w 4824437"/>
              <a:gd name="connsiteY6" fmla="*/ 4770120 h 4856659"/>
              <a:gd name="connsiteX7" fmla="*/ 406993 w 4824437"/>
              <a:gd name="connsiteY7" fmla="*/ 4792980 h 4856659"/>
              <a:gd name="connsiteX8" fmla="*/ 56473 w 4824437"/>
              <a:gd name="connsiteY8" fmla="*/ 4665980 h 4856659"/>
              <a:gd name="connsiteX9" fmla="*/ 71713 w 4824437"/>
              <a:gd name="connsiteY9" fmla="*/ 4239260 h 4856659"/>
              <a:gd name="connsiteX0" fmla="*/ 71713 w 4824437"/>
              <a:gd name="connsiteY0" fmla="*/ 4243463 h 4860862"/>
              <a:gd name="connsiteX1" fmla="*/ 2540593 w 4824437"/>
              <a:gd name="connsiteY1" fmla="*/ 156603 h 4860862"/>
              <a:gd name="connsiteX2" fmla="*/ 2906353 w 4824437"/>
              <a:gd name="connsiteY2" fmla="*/ 4203 h 4860862"/>
              <a:gd name="connsiteX3" fmla="*/ 3150194 w 4824437"/>
              <a:gd name="connsiteY3" fmla="*/ 293762 h 4860862"/>
              <a:gd name="connsiteX4" fmla="*/ 4758013 w 4824437"/>
              <a:gd name="connsiteY4" fmla="*/ 3212223 h 4860862"/>
              <a:gd name="connsiteX5" fmla="*/ 4811354 w 4824437"/>
              <a:gd name="connsiteY5" fmla="*/ 3806582 h 4860862"/>
              <a:gd name="connsiteX6" fmla="*/ 4186513 w 4824437"/>
              <a:gd name="connsiteY6" fmla="*/ 4774323 h 4860862"/>
              <a:gd name="connsiteX7" fmla="*/ 406993 w 4824437"/>
              <a:gd name="connsiteY7" fmla="*/ 4797183 h 4860862"/>
              <a:gd name="connsiteX8" fmla="*/ 56473 w 4824437"/>
              <a:gd name="connsiteY8" fmla="*/ 4670183 h 4860862"/>
              <a:gd name="connsiteX9" fmla="*/ 71713 w 4824437"/>
              <a:gd name="connsiteY9" fmla="*/ 4243463 h 4860862"/>
              <a:gd name="connsiteX0" fmla="*/ 71713 w 4824437"/>
              <a:gd name="connsiteY0" fmla="*/ 4243463 h 4860862"/>
              <a:gd name="connsiteX1" fmla="*/ 2540593 w 4824437"/>
              <a:gd name="connsiteY1" fmla="*/ 156603 h 4860862"/>
              <a:gd name="connsiteX2" fmla="*/ 2906353 w 4824437"/>
              <a:gd name="connsiteY2" fmla="*/ 4203 h 4860862"/>
              <a:gd name="connsiteX3" fmla="*/ 3150194 w 4824437"/>
              <a:gd name="connsiteY3" fmla="*/ 293762 h 4860862"/>
              <a:gd name="connsiteX4" fmla="*/ 4758013 w 4824437"/>
              <a:gd name="connsiteY4" fmla="*/ 3212223 h 4860862"/>
              <a:gd name="connsiteX5" fmla="*/ 4811354 w 4824437"/>
              <a:gd name="connsiteY5" fmla="*/ 3806582 h 4860862"/>
              <a:gd name="connsiteX6" fmla="*/ 4186513 w 4824437"/>
              <a:gd name="connsiteY6" fmla="*/ 4774323 h 4860862"/>
              <a:gd name="connsiteX7" fmla="*/ 406993 w 4824437"/>
              <a:gd name="connsiteY7" fmla="*/ 4797183 h 4860862"/>
              <a:gd name="connsiteX8" fmla="*/ 56473 w 4824437"/>
              <a:gd name="connsiteY8" fmla="*/ 4670183 h 4860862"/>
              <a:gd name="connsiteX9" fmla="*/ 71713 w 4824437"/>
              <a:gd name="connsiteY9" fmla="*/ 4243463 h 4860862"/>
              <a:gd name="connsiteX0" fmla="*/ 71713 w 4824437"/>
              <a:gd name="connsiteY0" fmla="*/ 4246671 h 4864070"/>
              <a:gd name="connsiteX1" fmla="*/ 2540593 w 4824437"/>
              <a:gd name="connsiteY1" fmla="*/ 159811 h 4864070"/>
              <a:gd name="connsiteX2" fmla="*/ 2906353 w 4824437"/>
              <a:gd name="connsiteY2" fmla="*/ 7411 h 4864070"/>
              <a:gd name="connsiteX3" fmla="*/ 3150194 w 4824437"/>
              <a:gd name="connsiteY3" fmla="*/ 296970 h 4864070"/>
              <a:gd name="connsiteX4" fmla="*/ 4758013 w 4824437"/>
              <a:gd name="connsiteY4" fmla="*/ 3215431 h 4864070"/>
              <a:gd name="connsiteX5" fmla="*/ 4811354 w 4824437"/>
              <a:gd name="connsiteY5" fmla="*/ 3809790 h 4864070"/>
              <a:gd name="connsiteX6" fmla="*/ 4186513 w 4824437"/>
              <a:gd name="connsiteY6" fmla="*/ 4777531 h 4864070"/>
              <a:gd name="connsiteX7" fmla="*/ 406993 w 4824437"/>
              <a:gd name="connsiteY7" fmla="*/ 4800391 h 4864070"/>
              <a:gd name="connsiteX8" fmla="*/ 56473 w 4824437"/>
              <a:gd name="connsiteY8" fmla="*/ 4673391 h 4864070"/>
              <a:gd name="connsiteX9" fmla="*/ 71713 w 4824437"/>
              <a:gd name="connsiteY9" fmla="*/ 4246671 h 4864070"/>
              <a:gd name="connsiteX0" fmla="*/ 71713 w 4824437"/>
              <a:gd name="connsiteY0" fmla="*/ 4243168 h 4860567"/>
              <a:gd name="connsiteX1" fmla="*/ 2540593 w 4824437"/>
              <a:gd name="connsiteY1" fmla="*/ 156308 h 4860567"/>
              <a:gd name="connsiteX2" fmla="*/ 2910163 w 4824437"/>
              <a:gd name="connsiteY2" fmla="*/ 7718 h 4860567"/>
              <a:gd name="connsiteX3" fmla="*/ 3150194 w 4824437"/>
              <a:gd name="connsiteY3" fmla="*/ 293467 h 4860567"/>
              <a:gd name="connsiteX4" fmla="*/ 4758013 w 4824437"/>
              <a:gd name="connsiteY4" fmla="*/ 3211928 h 4860567"/>
              <a:gd name="connsiteX5" fmla="*/ 4811354 w 4824437"/>
              <a:gd name="connsiteY5" fmla="*/ 3806287 h 4860567"/>
              <a:gd name="connsiteX6" fmla="*/ 4186513 w 4824437"/>
              <a:gd name="connsiteY6" fmla="*/ 4774028 h 4860567"/>
              <a:gd name="connsiteX7" fmla="*/ 406993 w 4824437"/>
              <a:gd name="connsiteY7" fmla="*/ 4796888 h 4860567"/>
              <a:gd name="connsiteX8" fmla="*/ 56473 w 4824437"/>
              <a:gd name="connsiteY8" fmla="*/ 4669888 h 4860567"/>
              <a:gd name="connsiteX9" fmla="*/ 71713 w 4824437"/>
              <a:gd name="connsiteY9" fmla="*/ 4243168 h 4860567"/>
              <a:gd name="connsiteX0" fmla="*/ 71713 w 4856848"/>
              <a:gd name="connsiteY0" fmla="*/ 4243168 h 4860567"/>
              <a:gd name="connsiteX1" fmla="*/ 2540593 w 4856848"/>
              <a:gd name="connsiteY1" fmla="*/ 156308 h 4860567"/>
              <a:gd name="connsiteX2" fmla="*/ 2910163 w 4856848"/>
              <a:gd name="connsiteY2" fmla="*/ 7718 h 4860567"/>
              <a:gd name="connsiteX3" fmla="*/ 3150194 w 4856848"/>
              <a:gd name="connsiteY3" fmla="*/ 293467 h 4860567"/>
              <a:gd name="connsiteX4" fmla="*/ 4758013 w 4856848"/>
              <a:gd name="connsiteY4" fmla="*/ 3211928 h 4860567"/>
              <a:gd name="connsiteX5" fmla="*/ 4811354 w 4856848"/>
              <a:gd name="connsiteY5" fmla="*/ 3806287 h 4860567"/>
              <a:gd name="connsiteX6" fmla="*/ 4186513 w 4856848"/>
              <a:gd name="connsiteY6" fmla="*/ 4774028 h 4860567"/>
              <a:gd name="connsiteX7" fmla="*/ 406993 w 4856848"/>
              <a:gd name="connsiteY7" fmla="*/ 4796888 h 4860567"/>
              <a:gd name="connsiteX8" fmla="*/ 56473 w 4856848"/>
              <a:gd name="connsiteY8" fmla="*/ 4669888 h 4860567"/>
              <a:gd name="connsiteX9" fmla="*/ 71713 w 4856848"/>
              <a:gd name="connsiteY9" fmla="*/ 4243168 h 4860567"/>
              <a:gd name="connsiteX0" fmla="*/ 71713 w 4905710"/>
              <a:gd name="connsiteY0" fmla="*/ 4243168 h 4860567"/>
              <a:gd name="connsiteX1" fmla="*/ 2540593 w 4905710"/>
              <a:gd name="connsiteY1" fmla="*/ 156308 h 4860567"/>
              <a:gd name="connsiteX2" fmla="*/ 2910163 w 4905710"/>
              <a:gd name="connsiteY2" fmla="*/ 7718 h 4860567"/>
              <a:gd name="connsiteX3" fmla="*/ 3150194 w 4905710"/>
              <a:gd name="connsiteY3" fmla="*/ 293467 h 4860567"/>
              <a:gd name="connsiteX4" fmla="*/ 4758013 w 4905710"/>
              <a:gd name="connsiteY4" fmla="*/ 3211928 h 4860567"/>
              <a:gd name="connsiteX5" fmla="*/ 4811354 w 4905710"/>
              <a:gd name="connsiteY5" fmla="*/ 3806287 h 4860567"/>
              <a:gd name="connsiteX6" fmla="*/ 4186513 w 4905710"/>
              <a:gd name="connsiteY6" fmla="*/ 4774028 h 4860567"/>
              <a:gd name="connsiteX7" fmla="*/ 406993 w 4905710"/>
              <a:gd name="connsiteY7" fmla="*/ 4796888 h 4860567"/>
              <a:gd name="connsiteX8" fmla="*/ 56473 w 4905710"/>
              <a:gd name="connsiteY8" fmla="*/ 4669888 h 4860567"/>
              <a:gd name="connsiteX9" fmla="*/ 71713 w 4905710"/>
              <a:gd name="connsiteY9" fmla="*/ 4243168 h 4860567"/>
              <a:gd name="connsiteX0" fmla="*/ 71713 w 4905710"/>
              <a:gd name="connsiteY0" fmla="*/ 4243168 h 4855303"/>
              <a:gd name="connsiteX1" fmla="*/ 2540593 w 4905710"/>
              <a:gd name="connsiteY1" fmla="*/ 156308 h 4855303"/>
              <a:gd name="connsiteX2" fmla="*/ 2910163 w 4905710"/>
              <a:gd name="connsiteY2" fmla="*/ 7718 h 4855303"/>
              <a:gd name="connsiteX3" fmla="*/ 3150194 w 4905710"/>
              <a:gd name="connsiteY3" fmla="*/ 293467 h 4855303"/>
              <a:gd name="connsiteX4" fmla="*/ 4758013 w 4905710"/>
              <a:gd name="connsiteY4" fmla="*/ 3211928 h 4855303"/>
              <a:gd name="connsiteX5" fmla="*/ 4811354 w 4905710"/>
              <a:gd name="connsiteY5" fmla="*/ 3806287 h 4855303"/>
              <a:gd name="connsiteX6" fmla="*/ 4220803 w 4905710"/>
              <a:gd name="connsiteY6" fmla="*/ 4766408 h 4855303"/>
              <a:gd name="connsiteX7" fmla="*/ 406993 w 4905710"/>
              <a:gd name="connsiteY7" fmla="*/ 4796888 h 4855303"/>
              <a:gd name="connsiteX8" fmla="*/ 56473 w 4905710"/>
              <a:gd name="connsiteY8" fmla="*/ 4669888 h 4855303"/>
              <a:gd name="connsiteX9" fmla="*/ 71713 w 4905710"/>
              <a:gd name="connsiteY9" fmla="*/ 4243168 h 4855303"/>
              <a:gd name="connsiteX0" fmla="*/ 71713 w 4905710"/>
              <a:gd name="connsiteY0" fmla="*/ 4243168 h 4845280"/>
              <a:gd name="connsiteX1" fmla="*/ 2540593 w 4905710"/>
              <a:gd name="connsiteY1" fmla="*/ 156308 h 4845280"/>
              <a:gd name="connsiteX2" fmla="*/ 2910163 w 4905710"/>
              <a:gd name="connsiteY2" fmla="*/ 7718 h 4845280"/>
              <a:gd name="connsiteX3" fmla="*/ 3150194 w 4905710"/>
              <a:gd name="connsiteY3" fmla="*/ 293467 h 4845280"/>
              <a:gd name="connsiteX4" fmla="*/ 4758013 w 4905710"/>
              <a:gd name="connsiteY4" fmla="*/ 3211928 h 4845280"/>
              <a:gd name="connsiteX5" fmla="*/ 4811354 w 4905710"/>
              <a:gd name="connsiteY5" fmla="*/ 3806287 h 4845280"/>
              <a:gd name="connsiteX6" fmla="*/ 4220803 w 4905710"/>
              <a:gd name="connsiteY6" fmla="*/ 4766408 h 4845280"/>
              <a:gd name="connsiteX7" fmla="*/ 406993 w 4905710"/>
              <a:gd name="connsiteY7" fmla="*/ 4796888 h 4845280"/>
              <a:gd name="connsiteX8" fmla="*/ 56473 w 4905710"/>
              <a:gd name="connsiteY8" fmla="*/ 4669888 h 4845280"/>
              <a:gd name="connsiteX9" fmla="*/ 71713 w 4905710"/>
              <a:gd name="connsiteY9" fmla="*/ 4243168 h 4845280"/>
              <a:gd name="connsiteX0" fmla="*/ 71713 w 4905710"/>
              <a:gd name="connsiteY0" fmla="*/ 4243168 h 4814141"/>
              <a:gd name="connsiteX1" fmla="*/ 2540593 w 4905710"/>
              <a:gd name="connsiteY1" fmla="*/ 156308 h 4814141"/>
              <a:gd name="connsiteX2" fmla="*/ 2910163 w 4905710"/>
              <a:gd name="connsiteY2" fmla="*/ 7718 h 4814141"/>
              <a:gd name="connsiteX3" fmla="*/ 3150194 w 4905710"/>
              <a:gd name="connsiteY3" fmla="*/ 293467 h 4814141"/>
              <a:gd name="connsiteX4" fmla="*/ 4758013 w 4905710"/>
              <a:gd name="connsiteY4" fmla="*/ 3211928 h 4814141"/>
              <a:gd name="connsiteX5" fmla="*/ 4811354 w 4905710"/>
              <a:gd name="connsiteY5" fmla="*/ 3806287 h 4814141"/>
              <a:gd name="connsiteX6" fmla="*/ 4220803 w 4905710"/>
              <a:gd name="connsiteY6" fmla="*/ 4766408 h 4814141"/>
              <a:gd name="connsiteX7" fmla="*/ 406993 w 4905710"/>
              <a:gd name="connsiteY7" fmla="*/ 4796888 h 4814141"/>
              <a:gd name="connsiteX8" fmla="*/ 56473 w 4905710"/>
              <a:gd name="connsiteY8" fmla="*/ 4669888 h 4814141"/>
              <a:gd name="connsiteX9" fmla="*/ 71713 w 4905710"/>
              <a:gd name="connsiteY9" fmla="*/ 4243168 h 4814141"/>
              <a:gd name="connsiteX0" fmla="*/ 71713 w 4905710"/>
              <a:gd name="connsiteY0" fmla="*/ 4243168 h 4852430"/>
              <a:gd name="connsiteX1" fmla="*/ 2540593 w 4905710"/>
              <a:gd name="connsiteY1" fmla="*/ 156308 h 4852430"/>
              <a:gd name="connsiteX2" fmla="*/ 2910163 w 4905710"/>
              <a:gd name="connsiteY2" fmla="*/ 7718 h 4852430"/>
              <a:gd name="connsiteX3" fmla="*/ 3150194 w 4905710"/>
              <a:gd name="connsiteY3" fmla="*/ 293467 h 4852430"/>
              <a:gd name="connsiteX4" fmla="*/ 4758013 w 4905710"/>
              <a:gd name="connsiteY4" fmla="*/ 3211928 h 4852430"/>
              <a:gd name="connsiteX5" fmla="*/ 4811354 w 4905710"/>
              <a:gd name="connsiteY5" fmla="*/ 3806287 h 4852430"/>
              <a:gd name="connsiteX6" fmla="*/ 4110313 w 4905710"/>
              <a:gd name="connsiteY6" fmla="*/ 4819748 h 4852430"/>
              <a:gd name="connsiteX7" fmla="*/ 406993 w 4905710"/>
              <a:gd name="connsiteY7" fmla="*/ 4796888 h 4852430"/>
              <a:gd name="connsiteX8" fmla="*/ 56473 w 4905710"/>
              <a:gd name="connsiteY8" fmla="*/ 4669888 h 4852430"/>
              <a:gd name="connsiteX9" fmla="*/ 71713 w 4905710"/>
              <a:gd name="connsiteY9" fmla="*/ 4243168 h 4852430"/>
              <a:gd name="connsiteX0" fmla="*/ 71713 w 4905710"/>
              <a:gd name="connsiteY0" fmla="*/ 4243168 h 4830444"/>
              <a:gd name="connsiteX1" fmla="*/ 2540593 w 4905710"/>
              <a:gd name="connsiteY1" fmla="*/ 156308 h 4830444"/>
              <a:gd name="connsiteX2" fmla="*/ 2910163 w 4905710"/>
              <a:gd name="connsiteY2" fmla="*/ 7718 h 4830444"/>
              <a:gd name="connsiteX3" fmla="*/ 3150194 w 4905710"/>
              <a:gd name="connsiteY3" fmla="*/ 293467 h 4830444"/>
              <a:gd name="connsiteX4" fmla="*/ 4758013 w 4905710"/>
              <a:gd name="connsiteY4" fmla="*/ 3211928 h 4830444"/>
              <a:gd name="connsiteX5" fmla="*/ 4811354 w 4905710"/>
              <a:gd name="connsiteY5" fmla="*/ 3806287 h 4830444"/>
              <a:gd name="connsiteX6" fmla="*/ 4110313 w 4905710"/>
              <a:gd name="connsiteY6" fmla="*/ 4819748 h 4830444"/>
              <a:gd name="connsiteX7" fmla="*/ 406993 w 4905710"/>
              <a:gd name="connsiteY7" fmla="*/ 4796888 h 4830444"/>
              <a:gd name="connsiteX8" fmla="*/ 56473 w 4905710"/>
              <a:gd name="connsiteY8" fmla="*/ 4669888 h 4830444"/>
              <a:gd name="connsiteX9" fmla="*/ 71713 w 4905710"/>
              <a:gd name="connsiteY9" fmla="*/ 4243168 h 4830444"/>
              <a:gd name="connsiteX0" fmla="*/ 71713 w 4905710"/>
              <a:gd name="connsiteY0" fmla="*/ 4243168 h 4830444"/>
              <a:gd name="connsiteX1" fmla="*/ 2540593 w 4905710"/>
              <a:gd name="connsiteY1" fmla="*/ 156308 h 4830444"/>
              <a:gd name="connsiteX2" fmla="*/ 2910163 w 4905710"/>
              <a:gd name="connsiteY2" fmla="*/ 7718 h 4830444"/>
              <a:gd name="connsiteX3" fmla="*/ 3150194 w 4905710"/>
              <a:gd name="connsiteY3" fmla="*/ 293467 h 4830444"/>
              <a:gd name="connsiteX4" fmla="*/ 4758013 w 4905710"/>
              <a:gd name="connsiteY4" fmla="*/ 3211928 h 4830444"/>
              <a:gd name="connsiteX5" fmla="*/ 4811354 w 4905710"/>
              <a:gd name="connsiteY5" fmla="*/ 3806287 h 4830444"/>
              <a:gd name="connsiteX6" fmla="*/ 4110313 w 4905710"/>
              <a:gd name="connsiteY6" fmla="*/ 4819748 h 4830444"/>
              <a:gd name="connsiteX7" fmla="*/ 406993 w 4905710"/>
              <a:gd name="connsiteY7" fmla="*/ 4796888 h 4830444"/>
              <a:gd name="connsiteX8" fmla="*/ 56473 w 4905710"/>
              <a:gd name="connsiteY8" fmla="*/ 4669888 h 4830444"/>
              <a:gd name="connsiteX9" fmla="*/ 71713 w 4905710"/>
              <a:gd name="connsiteY9" fmla="*/ 4243168 h 4830444"/>
              <a:gd name="connsiteX0" fmla="*/ 71713 w 4911457"/>
              <a:gd name="connsiteY0" fmla="*/ 4243168 h 4830444"/>
              <a:gd name="connsiteX1" fmla="*/ 2540593 w 4911457"/>
              <a:gd name="connsiteY1" fmla="*/ 156308 h 4830444"/>
              <a:gd name="connsiteX2" fmla="*/ 2910163 w 4911457"/>
              <a:gd name="connsiteY2" fmla="*/ 7718 h 4830444"/>
              <a:gd name="connsiteX3" fmla="*/ 3150194 w 4911457"/>
              <a:gd name="connsiteY3" fmla="*/ 293467 h 4830444"/>
              <a:gd name="connsiteX4" fmla="*/ 4758013 w 4911457"/>
              <a:gd name="connsiteY4" fmla="*/ 3211928 h 4830444"/>
              <a:gd name="connsiteX5" fmla="*/ 4811354 w 4911457"/>
              <a:gd name="connsiteY5" fmla="*/ 3806287 h 4830444"/>
              <a:gd name="connsiteX6" fmla="*/ 4110313 w 4911457"/>
              <a:gd name="connsiteY6" fmla="*/ 4819748 h 4830444"/>
              <a:gd name="connsiteX7" fmla="*/ 406993 w 4911457"/>
              <a:gd name="connsiteY7" fmla="*/ 4796888 h 4830444"/>
              <a:gd name="connsiteX8" fmla="*/ 56473 w 4911457"/>
              <a:gd name="connsiteY8" fmla="*/ 4669888 h 4830444"/>
              <a:gd name="connsiteX9" fmla="*/ 71713 w 4911457"/>
              <a:gd name="connsiteY9" fmla="*/ 4243168 h 4830444"/>
              <a:gd name="connsiteX0" fmla="*/ 71713 w 4900327"/>
              <a:gd name="connsiteY0" fmla="*/ 4243168 h 4830444"/>
              <a:gd name="connsiteX1" fmla="*/ 2540593 w 4900327"/>
              <a:gd name="connsiteY1" fmla="*/ 156308 h 4830444"/>
              <a:gd name="connsiteX2" fmla="*/ 2910163 w 4900327"/>
              <a:gd name="connsiteY2" fmla="*/ 7718 h 4830444"/>
              <a:gd name="connsiteX3" fmla="*/ 3150194 w 4900327"/>
              <a:gd name="connsiteY3" fmla="*/ 293467 h 4830444"/>
              <a:gd name="connsiteX4" fmla="*/ 4758013 w 4900327"/>
              <a:gd name="connsiteY4" fmla="*/ 3211928 h 4830444"/>
              <a:gd name="connsiteX5" fmla="*/ 4811354 w 4900327"/>
              <a:gd name="connsiteY5" fmla="*/ 3806287 h 4830444"/>
              <a:gd name="connsiteX6" fmla="*/ 4110313 w 4900327"/>
              <a:gd name="connsiteY6" fmla="*/ 4819748 h 4830444"/>
              <a:gd name="connsiteX7" fmla="*/ 406993 w 4900327"/>
              <a:gd name="connsiteY7" fmla="*/ 4796888 h 4830444"/>
              <a:gd name="connsiteX8" fmla="*/ 56473 w 4900327"/>
              <a:gd name="connsiteY8" fmla="*/ 4669888 h 4830444"/>
              <a:gd name="connsiteX9" fmla="*/ 71713 w 4900327"/>
              <a:gd name="connsiteY9" fmla="*/ 4243168 h 4830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900327" h="4830444">
                <a:moveTo>
                  <a:pt x="71713" y="4243168"/>
                </a:moveTo>
                <a:cubicBezTo>
                  <a:pt x="942933" y="2726788"/>
                  <a:pt x="1669373" y="1672688"/>
                  <a:pt x="2540593" y="156308"/>
                </a:cubicBezTo>
                <a:cubicBezTo>
                  <a:pt x="2662513" y="33118"/>
                  <a:pt x="2769193" y="-21492"/>
                  <a:pt x="2910163" y="7718"/>
                </a:cubicBezTo>
                <a:cubicBezTo>
                  <a:pt x="3054943" y="104238"/>
                  <a:pt x="3058754" y="143607"/>
                  <a:pt x="3150194" y="293467"/>
                </a:cubicBezTo>
                <a:lnTo>
                  <a:pt x="4758013" y="3211928"/>
                </a:lnTo>
                <a:cubicBezTo>
                  <a:pt x="4867233" y="3411318"/>
                  <a:pt x="4986614" y="3585307"/>
                  <a:pt x="4811354" y="3806287"/>
                </a:cubicBezTo>
                <a:cubicBezTo>
                  <a:pt x="4577674" y="4144107"/>
                  <a:pt x="4279223" y="4721958"/>
                  <a:pt x="4110313" y="4819748"/>
                </a:cubicBezTo>
                <a:cubicBezTo>
                  <a:pt x="3877903" y="4853403"/>
                  <a:pt x="1120733" y="4796888"/>
                  <a:pt x="406993" y="4796888"/>
                </a:cubicBezTo>
                <a:cubicBezTo>
                  <a:pt x="206333" y="4796888"/>
                  <a:pt x="164423" y="4762598"/>
                  <a:pt x="56473" y="4669888"/>
                </a:cubicBezTo>
                <a:cubicBezTo>
                  <a:pt x="-17822" y="4485315"/>
                  <a:pt x="-24807" y="4432821"/>
                  <a:pt x="71713" y="4243168"/>
                </a:cubicBezTo>
                <a:close/>
              </a:path>
            </a:pathLst>
          </a:custGeom>
          <a:noFill/>
          <a:ln w="635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2041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Александр Мельниченко</dc:creator>
  <cp:lastModifiedBy>Александр Мельниченко</cp:lastModifiedBy>
  <cp:revision>4</cp:revision>
  <dcterms:created xsi:type="dcterms:W3CDTF">2026-02-02T01:10:10Z</dcterms:created>
  <dcterms:modified xsi:type="dcterms:W3CDTF">2026-02-02T01:38:04Z</dcterms:modified>
</cp:coreProperties>
</file>